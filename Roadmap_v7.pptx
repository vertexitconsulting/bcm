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708" y="3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5716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1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2062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rgbClr val="34506E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3" name="Text 1"/>
          <p:cNvSpPr/>
          <p:nvPr/>
        </p:nvSpPr>
        <p:spPr>
          <a:xfrm>
            <a:off x="137160" y="4572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Roadmap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703320" y="73152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C98A52"/>
          </a:solidFill>
          <a:ln w="12700">
            <a:solidFill>
              <a:srgbClr val="C98A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703320" y="731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Velocity ~ 30 pts/sprint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5074920" y="1097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3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669280" y="128016"/>
            <a:ext cx="155448" cy="155448"/>
          </a:xfrm>
          <a:prstGeom prst="rect">
            <a:avLst/>
          </a:prstGeom>
          <a:solidFill>
            <a:srgbClr val="00B0F0"/>
          </a:solidFill>
          <a:ln w="6350">
            <a:solidFill>
              <a:srgbClr val="4F7CA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870448" y="10058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583680" y="128016"/>
            <a:ext cx="155448" cy="155448"/>
          </a:xfrm>
          <a:prstGeom prst="rect">
            <a:avLst/>
          </a:prstGeom>
          <a:solidFill>
            <a:srgbClr val="5C9657"/>
          </a:solidFill>
          <a:ln w="6350">
            <a:solidFill>
              <a:srgbClr val="5C96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784848" y="10058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7726680" y="128016"/>
            <a:ext cx="155448" cy="155448"/>
          </a:xfrm>
          <a:prstGeom prst="rect">
            <a:avLst/>
          </a:prstGeom>
          <a:solidFill>
            <a:srgbClr val="FFFFFF"/>
          </a:solidFill>
          <a:ln w="15875">
            <a:solidFill>
              <a:srgbClr val="8A99A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7927848" y="10058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8732520" y="1097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PHASE: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9208008" y="123444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4584" y="160020"/>
            <a:ext cx="91440" cy="914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409176" y="1005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9985248" y="123444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1824" y="160020"/>
            <a:ext cx="91440" cy="914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0186416" y="10058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Design+Build</a:t>
            </a:r>
            <a:endParaRPr lang="en-US" sz="700" dirty="0"/>
          </a:p>
        </p:txBody>
      </p:sp>
      <p:sp>
        <p:nvSpPr>
          <p:cNvPr id="20" name="Shape 16"/>
          <p:cNvSpPr/>
          <p:nvPr/>
        </p:nvSpPr>
        <p:spPr>
          <a:xfrm>
            <a:off x="11004804" y="109728"/>
            <a:ext cx="192024" cy="192024"/>
          </a:xfrm>
          <a:prstGeom prst="diamond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8695" y="166421"/>
            <a:ext cx="91440" cy="914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1228832" y="10058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milestone</a:t>
            </a:r>
            <a:endParaRPr lang="en-US" sz="700" dirty="0"/>
          </a:p>
        </p:txBody>
      </p:sp>
      <p:sp>
        <p:nvSpPr>
          <p:cNvPr id="24" name="Text 19"/>
          <p:cNvSpPr/>
          <p:nvPr/>
        </p:nvSpPr>
        <p:spPr>
          <a:xfrm>
            <a:off x="91440" y="448056"/>
            <a:ext cx="1197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650" dirty="0"/>
          </a:p>
        </p:txBody>
      </p:sp>
      <p:sp>
        <p:nvSpPr>
          <p:cNvPr id="25" name="Shape 20"/>
          <p:cNvSpPr/>
          <p:nvPr/>
        </p:nvSpPr>
        <p:spPr>
          <a:xfrm>
            <a:off x="0" y="603504"/>
            <a:ext cx="2606040" cy="20116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rgbClr val="3450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1"/>
          <p:cNvSpPr/>
          <p:nvPr/>
        </p:nvSpPr>
        <p:spPr>
          <a:xfrm>
            <a:off x="310896" y="603504"/>
            <a:ext cx="227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Calendar 2026  ·  2-wk sprints</a:t>
            </a:r>
            <a:endParaRPr lang="en-US" sz="750" dirty="0"/>
          </a:p>
        </p:txBody>
      </p:sp>
      <p:sp>
        <p:nvSpPr>
          <p:cNvPr id="27" name="Shape 22"/>
          <p:cNvSpPr/>
          <p:nvPr/>
        </p:nvSpPr>
        <p:spPr>
          <a:xfrm>
            <a:off x="2606040" y="603504"/>
            <a:ext cx="1185291" cy="201168"/>
          </a:xfrm>
          <a:prstGeom prst="rect">
            <a:avLst/>
          </a:prstGeom>
          <a:solidFill>
            <a:srgbClr val="6B778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3"/>
          <p:cNvSpPr/>
          <p:nvPr/>
        </p:nvSpPr>
        <p:spPr>
          <a:xfrm>
            <a:off x="2606040" y="603504"/>
            <a:ext cx="118529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800" dirty="0"/>
          </a:p>
        </p:txBody>
      </p:sp>
      <p:sp>
        <p:nvSpPr>
          <p:cNvPr id="29" name="Shape 24"/>
          <p:cNvSpPr/>
          <p:nvPr/>
        </p:nvSpPr>
        <p:spPr>
          <a:xfrm>
            <a:off x="3791331" y="603504"/>
            <a:ext cx="2370582" cy="201168"/>
          </a:xfrm>
          <a:prstGeom prst="rect">
            <a:avLst/>
          </a:prstGeom>
          <a:solidFill>
            <a:srgbClr val="3A5E5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5"/>
          <p:cNvSpPr/>
          <p:nvPr/>
        </p:nvSpPr>
        <p:spPr>
          <a:xfrm>
            <a:off x="3791331" y="603504"/>
            <a:ext cx="23705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6161913" y="603504"/>
            <a:ext cx="2370582" cy="201168"/>
          </a:xfrm>
          <a:prstGeom prst="rect">
            <a:avLst/>
          </a:prstGeom>
          <a:solidFill>
            <a:srgbClr val="41607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27"/>
          <p:cNvSpPr/>
          <p:nvPr/>
        </p:nvSpPr>
        <p:spPr>
          <a:xfrm>
            <a:off x="6161913" y="603504"/>
            <a:ext cx="23705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</a:t>
            </a:r>
            <a:endParaRPr lang="en-US" sz="800" dirty="0"/>
          </a:p>
        </p:txBody>
      </p:sp>
      <p:sp>
        <p:nvSpPr>
          <p:cNvPr id="33" name="Shape 28"/>
          <p:cNvSpPr/>
          <p:nvPr/>
        </p:nvSpPr>
        <p:spPr>
          <a:xfrm>
            <a:off x="8532495" y="603504"/>
            <a:ext cx="2370582" cy="201168"/>
          </a:xfrm>
          <a:prstGeom prst="rect">
            <a:avLst/>
          </a:prstGeom>
          <a:solidFill>
            <a:srgbClr val="3A587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29"/>
          <p:cNvSpPr/>
          <p:nvPr/>
        </p:nvSpPr>
        <p:spPr>
          <a:xfrm>
            <a:off x="8532495" y="603504"/>
            <a:ext cx="23705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</a:t>
            </a:r>
            <a:endParaRPr lang="en-US" sz="800" dirty="0"/>
          </a:p>
        </p:txBody>
      </p:sp>
      <p:sp>
        <p:nvSpPr>
          <p:cNvPr id="35" name="Shape 30"/>
          <p:cNvSpPr/>
          <p:nvPr/>
        </p:nvSpPr>
        <p:spPr>
          <a:xfrm>
            <a:off x="10903077" y="603504"/>
            <a:ext cx="1185291" cy="201168"/>
          </a:xfrm>
          <a:prstGeom prst="rect">
            <a:avLst/>
          </a:prstGeom>
          <a:solidFill>
            <a:srgbClr val="2F4A5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1"/>
          <p:cNvSpPr/>
          <p:nvPr/>
        </p:nvSpPr>
        <p:spPr>
          <a:xfrm>
            <a:off x="10903077" y="603504"/>
            <a:ext cx="118529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</a:t>
            </a:r>
            <a:endParaRPr lang="en-US" sz="800" dirty="0"/>
          </a:p>
        </p:txBody>
      </p:sp>
      <p:sp>
        <p:nvSpPr>
          <p:cNvPr id="37" name="Shape 32"/>
          <p:cNvSpPr/>
          <p:nvPr/>
        </p:nvSpPr>
        <p:spPr>
          <a:xfrm>
            <a:off x="0" y="804672"/>
            <a:ext cx="2606040" cy="36576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rgbClr val="3450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3"/>
          <p:cNvSpPr/>
          <p:nvPr/>
        </p:nvSpPr>
        <p:spPr>
          <a:xfrm>
            <a:off x="310896" y="80467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Data Source</a:t>
            </a:r>
            <a:endParaRPr lang="en-US" sz="850" dirty="0"/>
          </a:p>
        </p:txBody>
      </p:sp>
      <p:sp>
        <p:nvSpPr>
          <p:cNvPr id="39" name="Shape 34"/>
          <p:cNvSpPr/>
          <p:nvPr/>
        </p:nvSpPr>
        <p:spPr>
          <a:xfrm>
            <a:off x="2606040" y="804672"/>
            <a:ext cx="1185291" cy="365760"/>
          </a:xfrm>
          <a:prstGeom prst="rect">
            <a:avLst/>
          </a:prstGeom>
          <a:solidFill>
            <a:srgbClr val="52606B"/>
          </a:solidFill>
          <a:ln w="12700">
            <a:solidFill>
              <a:srgbClr val="DCE2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5"/>
          <p:cNvSpPr/>
          <p:nvPr/>
        </p:nvSpPr>
        <p:spPr>
          <a:xfrm>
            <a:off x="2606040" y="822960"/>
            <a:ext cx="11852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900" dirty="0"/>
          </a:p>
          <a:p>
            <a:pPr marL="0" indent="0" algn="ctr">
              <a:buNone/>
            </a:pPr>
            <a:r>
              <a:rPr lang="en-US" sz="550" dirty="0">
                <a:solidFill>
                  <a:srgbClr val="DC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41" name="Shape 36"/>
          <p:cNvSpPr/>
          <p:nvPr/>
        </p:nvSpPr>
        <p:spPr>
          <a:xfrm>
            <a:off x="3791331" y="804672"/>
            <a:ext cx="1185291" cy="365760"/>
          </a:xfrm>
          <a:prstGeom prst="rect">
            <a:avLst/>
          </a:prstGeom>
          <a:solidFill>
            <a:srgbClr val="3A5E5A"/>
          </a:solidFill>
          <a:ln w="12700">
            <a:solidFill>
              <a:srgbClr val="DCE2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37"/>
          <p:cNvSpPr/>
          <p:nvPr/>
        </p:nvSpPr>
        <p:spPr>
          <a:xfrm>
            <a:off x="3791331" y="822960"/>
            <a:ext cx="11852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S12</a:t>
            </a:r>
            <a:endParaRPr lang="en-US" sz="900" dirty="0"/>
          </a:p>
          <a:p>
            <a:pPr marL="0" indent="0" algn="ctr">
              <a:buNone/>
            </a:pPr>
            <a:r>
              <a:rPr lang="en-US" sz="550" dirty="0">
                <a:solidFill>
                  <a:srgbClr val="DC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1–14 Jun</a:t>
            </a:r>
            <a:endParaRPr lang="en-US" sz="900" dirty="0"/>
          </a:p>
        </p:txBody>
      </p:sp>
      <p:sp>
        <p:nvSpPr>
          <p:cNvPr id="43" name="Shape 38"/>
          <p:cNvSpPr/>
          <p:nvPr/>
        </p:nvSpPr>
        <p:spPr>
          <a:xfrm>
            <a:off x="4976622" y="804672"/>
            <a:ext cx="1185291" cy="365760"/>
          </a:xfrm>
          <a:prstGeom prst="rect">
            <a:avLst/>
          </a:prstGeom>
          <a:solidFill>
            <a:srgbClr val="3A5E45"/>
          </a:solidFill>
          <a:ln w="12700">
            <a:solidFill>
              <a:srgbClr val="DCE2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39"/>
          <p:cNvSpPr/>
          <p:nvPr/>
        </p:nvSpPr>
        <p:spPr>
          <a:xfrm>
            <a:off x="4976622" y="822960"/>
            <a:ext cx="11852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S13</a:t>
            </a:r>
            <a:endParaRPr lang="en-US" sz="900" dirty="0"/>
          </a:p>
          <a:p>
            <a:pPr marL="0" indent="0" algn="ctr">
              <a:buNone/>
            </a:pPr>
            <a:r>
              <a:rPr lang="en-US" sz="550" dirty="0">
                <a:solidFill>
                  <a:srgbClr val="DC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15–28 Jun</a:t>
            </a:r>
            <a:endParaRPr lang="en-US" sz="900" dirty="0"/>
          </a:p>
        </p:txBody>
      </p:sp>
      <p:sp>
        <p:nvSpPr>
          <p:cNvPr id="45" name="Shape 40"/>
          <p:cNvSpPr/>
          <p:nvPr/>
        </p:nvSpPr>
        <p:spPr>
          <a:xfrm>
            <a:off x="6161913" y="804672"/>
            <a:ext cx="1185291" cy="365760"/>
          </a:xfrm>
          <a:prstGeom prst="rect">
            <a:avLst/>
          </a:prstGeom>
          <a:solidFill>
            <a:srgbClr val="41607E"/>
          </a:solidFill>
          <a:ln w="12700">
            <a:solidFill>
              <a:srgbClr val="DCE2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1"/>
          <p:cNvSpPr/>
          <p:nvPr/>
        </p:nvSpPr>
        <p:spPr>
          <a:xfrm>
            <a:off x="6161913" y="822960"/>
            <a:ext cx="11852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S14</a:t>
            </a:r>
            <a:endParaRPr lang="en-US" sz="900" dirty="0"/>
          </a:p>
          <a:p>
            <a:pPr marL="0" indent="0" algn="ctr">
              <a:buNone/>
            </a:pPr>
            <a:r>
              <a:rPr lang="en-US" sz="550" dirty="0">
                <a:solidFill>
                  <a:srgbClr val="DC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Jun–12 Jul</a:t>
            </a:r>
            <a:endParaRPr lang="en-US" sz="900" dirty="0"/>
          </a:p>
        </p:txBody>
      </p:sp>
      <p:sp>
        <p:nvSpPr>
          <p:cNvPr id="47" name="Shape 42"/>
          <p:cNvSpPr/>
          <p:nvPr/>
        </p:nvSpPr>
        <p:spPr>
          <a:xfrm>
            <a:off x="7347204" y="804672"/>
            <a:ext cx="1185291" cy="365760"/>
          </a:xfrm>
          <a:prstGeom prst="rect">
            <a:avLst/>
          </a:prstGeom>
          <a:solidFill>
            <a:srgbClr val="3E5E72"/>
          </a:solidFill>
          <a:ln w="12700">
            <a:solidFill>
              <a:srgbClr val="DCE2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3"/>
          <p:cNvSpPr/>
          <p:nvPr/>
        </p:nvSpPr>
        <p:spPr>
          <a:xfrm>
            <a:off x="7347204" y="822960"/>
            <a:ext cx="11852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S15</a:t>
            </a:r>
            <a:endParaRPr lang="en-US" sz="900" dirty="0"/>
          </a:p>
          <a:p>
            <a:pPr marL="0" indent="0" algn="ctr">
              <a:buNone/>
            </a:pPr>
            <a:r>
              <a:rPr lang="en-US" sz="550" dirty="0">
                <a:solidFill>
                  <a:srgbClr val="DC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13–26 Jul</a:t>
            </a:r>
            <a:endParaRPr lang="en-US" sz="900" dirty="0"/>
          </a:p>
        </p:txBody>
      </p:sp>
      <p:sp>
        <p:nvSpPr>
          <p:cNvPr id="49" name="Shape 44"/>
          <p:cNvSpPr/>
          <p:nvPr/>
        </p:nvSpPr>
        <p:spPr>
          <a:xfrm>
            <a:off x="8532495" y="804672"/>
            <a:ext cx="1185291" cy="365760"/>
          </a:xfrm>
          <a:prstGeom prst="rect">
            <a:avLst/>
          </a:prstGeom>
          <a:solidFill>
            <a:srgbClr val="3A5870"/>
          </a:solidFill>
          <a:ln w="12700">
            <a:solidFill>
              <a:srgbClr val="DCE2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45"/>
          <p:cNvSpPr/>
          <p:nvPr/>
        </p:nvSpPr>
        <p:spPr>
          <a:xfrm>
            <a:off x="8532495" y="822960"/>
            <a:ext cx="11852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S16</a:t>
            </a:r>
            <a:endParaRPr lang="en-US" sz="900" dirty="0"/>
          </a:p>
          <a:p>
            <a:pPr marL="0" indent="0" algn="ctr">
              <a:buNone/>
            </a:pPr>
            <a:r>
              <a:rPr lang="en-US" sz="550" dirty="0">
                <a:solidFill>
                  <a:srgbClr val="DC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Jul–9 Aug</a:t>
            </a:r>
            <a:endParaRPr lang="en-US" sz="900" dirty="0"/>
          </a:p>
        </p:txBody>
      </p:sp>
      <p:sp>
        <p:nvSpPr>
          <p:cNvPr id="51" name="Shape 46"/>
          <p:cNvSpPr/>
          <p:nvPr/>
        </p:nvSpPr>
        <p:spPr>
          <a:xfrm>
            <a:off x="9717786" y="804672"/>
            <a:ext cx="1185291" cy="365760"/>
          </a:xfrm>
          <a:prstGeom prst="rect">
            <a:avLst/>
          </a:prstGeom>
          <a:solidFill>
            <a:srgbClr val="2F4A5C"/>
          </a:solidFill>
          <a:ln w="12700">
            <a:solidFill>
              <a:srgbClr val="DCE2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47"/>
          <p:cNvSpPr/>
          <p:nvPr/>
        </p:nvSpPr>
        <p:spPr>
          <a:xfrm>
            <a:off x="9717786" y="822960"/>
            <a:ext cx="11852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S17</a:t>
            </a:r>
            <a:endParaRPr lang="en-US" sz="900" dirty="0"/>
          </a:p>
          <a:p>
            <a:pPr marL="0" indent="0" algn="ctr">
              <a:buNone/>
            </a:pPr>
            <a:r>
              <a:rPr lang="en-US" sz="550" dirty="0">
                <a:solidFill>
                  <a:srgbClr val="DC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10–23 Aug</a:t>
            </a:r>
            <a:endParaRPr lang="en-US" sz="900" dirty="0"/>
          </a:p>
        </p:txBody>
      </p:sp>
      <p:sp>
        <p:nvSpPr>
          <p:cNvPr id="53" name="Shape 48"/>
          <p:cNvSpPr/>
          <p:nvPr/>
        </p:nvSpPr>
        <p:spPr>
          <a:xfrm>
            <a:off x="10903077" y="804672"/>
            <a:ext cx="1185291" cy="365760"/>
          </a:xfrm>
          <a:prstGeom prst="rect">
            <a:avLst/>
          </a:prstGeom>
          <a:solidFill>
            <a:srgbClr val="27424F"/>
          </a:solidFill>
          <a:ln w="12700">
            <a:solidFill>
              <a:srgbClr val="DCE2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Text 49"/>
          <p:cNvSpPr/>
          <p:nvPr/>
        </p:nvSpPr>
        <p:spPr>
          <a:xfrm>
            <a:off x="10903077" y="822960"/>
            <a:ext cx="11852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S18</a:t>
            </a:r>
            <a:endParaRPr lang="en-US" sz="900" dirty="0"/>
          </a:p>
          <a:p>
            <a:pPr marL="0" indent="0" algn="ctr">
              <a:buNone/>
            </a:pPr>
            <a:r>
              <a:rPr lang="en-US" sz="550" dirty="0">
                <a:solidFill>
                  <a:srgbClr val="DC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Aug–6 Sep</a:t>
            </a:r>
            <a:endParaRPr lang="en-US" sz="900" dirty="0"/>
          </a:p>
        </p:txBody>
      </p:sp>
      <p:sp>
        <p:nvSpPr>
          <p:cNvPr id="55" name="Shape 50"/>
          <p:cNvSpPr/>
          <p:nvPr/>
        </p:nvSpPr>
        <p:spPr>
          <a:xfrm>
            <a:off x="274320" y="1170432"/>
            <a:ext cx="11814048" cy="2064258"/>
          </a:xfrm>
          <a:prstGeom prst="rect">
            <a:avLst/>
          </a:prstGeom>
          <a:solidFill>
            <a:srgbClr val="F3F6F8"/>
          </a:solidFill>
          <a:ln w="12700">
            <a:solidFill>
              <a:srgbClr val="F3F6F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Shape 51"/>
          <p:cNvSpPr/>
          <p:nvPr/>
        </p:nvSpPr>
        <p:spPr>
          <a:xfrm>
            <a:off x="0" y="1170432"/>
            <a:ext cx="274320" cy="2064258"/>
          </a:xfrm>
          <a:prstGeom prst="rect">
            <a:avLst/>
          </a:prstGeom>
          <a:solidFill>
            <a:schemeClr val="accent5"/>
          </a:solidFill>
          <a:ln w="12700">
            <a:solidFill>
              <a:srgbClr val="4E6E8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Text 52"/>
          <p:cNvSpPr/>
          <p:nvPr/>
        </p:nvSpPr>
        <p:spPr>
          <a:xfrm rot="16200000">
            <a:off x="-894969" y="2065401"/>
            <a:ext cx="2064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</a:t>
            </a:r>
            <a:endParaRPr lang="en-US" sz="800" dirty="0"/>
          </a:p>
        </p:txBody>
      </p:sp>
      <p:sp>
        <p:nvSpPr>
          <p:cNvPr id="58" name="Shape 53"/>
          <p:cNvSpPr/>
          <p:nvPr/>
        </p:nvSpPr>
        <p:spPr>
          <a:xfrm>
            <a:off x="274320" y="3234690"/>
            <a:ext cx="11814048" cy="2752344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Shape 54"/>
          <p:cNvSpPr/>
          <p:nvPr/>
        </p:nvSpPr>
        <p:spPr>
          <a:xfrm>
            <a:off x="0" y="3234689"/>
            <a:ext cx="274320" cy="344042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rgbClr val="6B859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Text 55"/>
          <p:cNvSpPr/>
          <p:nvPr/>
        </p:nvSpPr>
        <p:spPr>
          <a:xfrm rot="16200000">
            <a:off x="-1239012" y="4473702"/>
            <a:ext cx="2752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MEDIUM PRIORITY</a:t>
            </a:r>
            <a:endParaRPr lang="en-US" sz="800" dirty="0"/>
          </a:p>
        </p:txBody>
      </p:sp>
      <p:sp>
        <p:nvSpPr>
          <p:cNvPr id="61" name="Shape 56"/>
          <p:cNvSpPr/>
          <p:nvPr/>
        </p:nvSpPr>
        <p:spPr>
          <a:xfrm>
            <a:off x="274320" y="5987034"/>
            <a:ext cx="11814048" cy="688086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Shape 59"/>
          <p:cNvSpPr/>
          <p:nvPr/>
        </p:nvSpPr>
        <p:spPr>
          <a:xfrm>
            <a:off x="2606040" y="1170432"/>
            <a:ext cx="0" cy="5504688"/>
          </a:xfrm>
          <a:prstGeom prst="line">
            <a:avLst/>
          </a:prstGeom>
          <a:noFill/>
          <a:ln w="6350">
            <a:solidFill>
              <a:srgbClr val="DCE2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Shape 60"/>
          <p:cNvSpPr/>
          <p:nvPr/>
        </p:nvSpPr>
        <p:spPr>
          <a:xfrm>
            <a:off x="3791331" y="1170432"/>
            <a:ext cx="1185291" cy="5504688"/>
          </a:xfrm>
          <a:prstGeom prst="rect">
            <a:avLst/>
          </a:prstGeom>
          <a:solidFill>
            <a:srgbClr val="E7ECF0"/>
          </a:solidFill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Shape 61"/>
          <p:cNvSpPr/>
          <p:nvPr/>
        </p:nvSpPr>
        <p:spPr>
          <a:xfrm>
            <a:off x="3791331" y="1170432"/>
            <a:ext cx="0" cy="5504688"/>
          </a:xfrm>
          <a:prstGeom prst="line">
            <a:avLst/>
          </a:prstGeom>
          <a:noFill/>
          <a:ln w="6350">
            <a:solidFill>
              <a:srgbClr val="DCE2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" name="Shape 62"/>
          <p:cNvSpPr/>
          <p:nvPr/>
        </p:nvSpPr>
        <p:spPr>
          <a:xfrm>
            <a:off x="4976622" y="1170432"/>
            <a:ext cx="0" cy="5504688"/>
          </a:xfrm>
          <a:prstGeom prst="line">
            <a:avLst/>
          </a:prstGeom>
          <a:noFill/>
          <a:ln w="6350">
            <a:solidFill>
              <a:srgbClr val="DCE2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8" name="Shape 63"/>
          <p:cNvSpPr/>
          <p:nvPr/>
        </p:nvSpPr>
        <p:spPr>
          <a:xfrm>
            <a:off x="6161913" y="1170432"/>
            <a:ext cx="1185291" cy="5504688"/>
          </a:xfrm>
          <a:prstGeom prst="rect">
            <a:avLst/>
          </a:prstGeom>
          <a:solidFill>
            <a:srgbClr val="E7ECF0"/>
          </a:solidFill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9" name="Shape 64"/>
          <p:cNvSpPr/>
          <p:nvPr/>
        </p:nvSpPr>
        <p:spPr>
          <a:xfrm>
            <a:off x="6161913" y="1170432"/>
            <a:ext cx="0" cy="5504688"/>
          </a:xfrm>
          <a:prstGeom prst="line">
            <a:avLst/>
          </a:prstGeom>
          <a:noFill/>
          <a:ln w="6350">
            <a:solidFill>
              <a:srgbClr val="DCE2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0" name="Shape 65"/>
          <p:cNvSpPr/>
          <p:nvPr/>
        </p:nvSpPr>
        <p:spPr>
          <a:xfrm>
            <a:off x="7347204" y="1170432"/>
            <a:ext cx="0" cy="5504688"/>
          </a:xfrm>
          <a:prstGeom prst="line">
            <a:avLst/>
          </a:prstGeom>
          <a:noFill/>
          <a:ln w="6350">
            <a:solidFill>
              <a:srgbClr val="DCE2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1" name="Shape 66"/>
          <p:cNvSpPr/>
          <p:nvPr/>
        </p:nvSpPr>
        <p:spPr>
          <a:xfrm>
            <a:off x="8532495" y="1170432"/>
            <a:ext cx="1185291" cy="5504688"/>
          </a:xfrm>
          <a:prstGeom prst="rect">
            <a:avLst/>
          </a:prstGeom>
          <a:solidFill>
            <a:srgbClr val="E7ECF0"/>
          </a:solidFill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2" name="Shape 67"/>
          <p:cNvSpPr/>
          <p:nvPr/>
        </p:nvSpPr>
        <p:spPr>
          <a:xfrm>
            <a:off x="8532495" y="1170432"/>
            <a:ext cx="0" cy="5504688"/>
          </a:xfrm>
          <a:prstGeom prst="line">
            <a:avLst/>
          </a:prstGeom>
          <a:noFill/>
          <a:ln w="6350">
            <a:solidFill>
              <a:srgbClr val="DCE2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3" name="Shape 68"/>
          <p:cNvSpPr/>
          <p:nvPr/>
        </p:nvSpPr>
        <p:spPr>
          <a:xfrm>
            <a:off x="9717786" y="1170432"/>
            <a:ext cx="0" cy="5504688"/>
          </a:xfrm>
          <a:prstGeom prst="line">
            <a:avLst/>
          </a:prstGeom>
          <a:noFill/>
          <a:ln w="6350">
            <a:solidFill>
              <a:srgbClr val="DCE2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4" name="Shape 69"/>
          <p:cNvSpPr/>
          <p:nvPr/>
        </p:nvSpPr>
        <p:spPr>
          <a:xfrm>
            <a:off x="10903077" y="1170432"/>
            <a:ext cx="1185291" cy="5504688"/>
          </a:xfrm>
          <a:prstGeom prst="rect">
            <a:avLst/>
          </a:prstGeom>
          <a:solidFill>
            <a:srgbClr val="E7ECF0"/>
          </a:solidFill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" name="Shape 70"/>
          <p:cNvSpPr/>
          <p:nvPr/>
        </p:nvSpPr>
        <p:spPr>
          <a:xfrm>
            <a:off x="10903077" y="1170432"/>
            <a:ext cx="0" cy="5504688"/>
          </a:xfrm>
          <a:prstGeom prst="line">
            <a:avLst/>
          </a:prstGeom>
          <a:noFill/>
          <a:ln w="6350">
            <a:solidFill>
              <a:srgbClr val="DCE2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6" name="Shape 71"/>
          <p:cNvSpPr/>
          <p:nvPr/>
        </p:nvSpPr>
        <p:spPr>
          <a:xfrm>
            <a:off x="12088368" y="1170432"/>
            <a:ext cx="0" cy="5504688"/>
          </a:xfrm>
          <a:prstGeom prst="line">
            <a:avLst/>
          </a:prstGeom>
          <a:noFill/>
          <a:ln w="6350">
            <a:solidFill>
              <a:srgbClr val="DCE2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7" name="Shape 72"/>
          <p:cNvSpPr/>
          <p:nvPr/>
        </p:nvSpPr>
        <p:spPr>
          <a:xfrm>
            <a:off x="5166269" y="1170432"/>
            <a:ext cx="0" cy="5504688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78" name="Text 73"/>
          <p:cNvSpPr/>
          <p:nvPr/>
        </p:nvSpPr>
        <p:spPr>
          <a:xfrm>
            <a:off x="4846229" y="1170432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550" dirty="0"/>
          </a:p>
        </p:txBody>
      </p:sp>
      <p:sp>
        <p:nvSpPr>
          <p:cNvPr id="79" name="Shape 74"/>
          <p:cNvSpPr/>
          <p:nvPr/>
        </p:nvSpPr>
        <p:spPr>
          <a:xfrm>
            <a:off x="274320" y="1170432"/>
            <a:ext cx="11814048" cy="0"/>
          </a:xfrm>
          <a:prstGeom prst="line">
            <a:avLst/>
          </a:prstGeom>
          <a:noFill/>
          <a:ln w="5080">
            <a:solidFill>
              <a:srgbClr val="DCE2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0" name="Shape 75"/>
          <p:cNvSpPr/>
          <p:nvPr/>
        </p:nvSpPr>
        <p:spPr>
          <a:xfrm>
            <a:off x="310896" y="1251014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4E6E87"/>
          </a:solidFill>
          <a:ln w="12700">
            <a:solidFill>
              <a:srgbClr val="4E6E8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1" name="Text 76"/>
          <p:cNvSpPr/>
          <p:nvPr/>
        </p:nvSpPr>
        <p:spPr>
          <a:xfrm>
            <a:off x="310896" y="1251014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82" name="Text 77"/>
          <p:cNvSpPr/>
          <p:nvPr/>
        </p:nvSpPr>
        <p:spPr>
          <a:xfrm>
            <a:off x="621792" y="1170432"/>
            <a:ext cx="1188720" cy="34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2E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AppD - Part 1</a:t>
            </a:r>
            <a:endParaRPr lang="en-US" sz="700" dirty="0"/>
          </a:p>
        </p:txBody>
      </p:sp>
      <p:sp>
        <p:nvSpPr>
          <p:cNvPr id="83" name="Shape 78"/>
          <p:cNvSpPr/>
          <p:nvPr/>
        </p:nvSpPr>
        <p:spPr>
          <a:xfrm>
            <a:off x="1847088" y="1264730"/>
            <a:ext cx="214884" cy="155448"/>
          </a:xfrm>
          <a:prstGeom prst="roundRect">
            <a:avLst>
              <a:gd name="adj" fmla="val 14706"/>
            </a:avLst>
          </a:prstGeom>
          <a:solidFill>
            <a:srgbClr val="E4E8EB"/>
          </a:solidFill>
          <a:ln w="6350">
            <a:solidFill>
              <a:srgbClr val="E4E8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4" name="Text 79"/>
          <p:cNvSpPr/>
          <p:nvPr/>
        </p:nvSpPr>
        <p:spPr>
          <a:xfrm>
            <a:off x="1847088" y="1264730"/>
            <a:ext cx="2148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A6B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650" dirty="0"/>
          </a:p>
        </p:txBody>
      </p:sp>
      <p:sp>
        <p:nvSpPr>
          <p:cNvPr id="85" name="Text 80"/>
          <p:cNvSpPr/>
          <p:nvPr/>
        </p:nvSpPr>
        <p:spPr>
          <a:xfrm>
            <a:off x="2058314" y="1264730"/>
            <a:ext cx="594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600" dirty="0"/>
          </a:p>
        </p:txBody>
      </p:sp>
      <p:sp>
        <p:nvSpPr>
          <p:cNvPr id="86" name="Shape 81"/>
          <p:cNvSpPr/>
          <p:nvPr/>
        </p:nvSpPr>
        <p:spPr>
          <a:xfrm>
            <a:off x="2084832" y="1264730"/>
            <a:ext cx="214884" cy="155448"/>
          </a:xfrm>
          <a:prstGeom prst="roundRect">
            <a:avLst>
              <a:gd name="adj" fmla="val 14706"/>
            </a:avLst>
          </a:prstGeom>
          <a:solidFill>
            <a:srgbClr val="E4E8EB"/>
          </a:solidFill>
          <a:ln w="6350">
            <a:solidFill>
              <a:srgbClr val="E4E8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7" name="Text 82"/>
          <p:cNvSpPr/>
          <p:nvPr/>
        </p:nvSpPr>
        <p:spPr>
          <a:xfrm>
            <a:off x="2084832" y="1264730"/>
            <a:ext cx="2148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A6B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650" dirty="0"/>
          </a:p>
        </p:txBody>
      </p:sp>
      <p:sp>
        <p:nvSpPr>
          <p:cNvPr id="88" name="Text 83"/>
          <p:cNvSpPr/>
          <p:nvPr/>
        </p:nvSpPr>
        <p:spPr>
          <a:xfrm>
            <a:off x="2296058" y="1264730"/>
            <a:ext cx="594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600" dirty="0"/>
          </a:p>
        </p:txBody>
      </p:sp>
      <p:sp>
        <p:nvSpPr>
          <p:cNvPr id="89" name="Shape 84"/>
          <p:cNvSpPr/>
          <p:nvPr/>
        </p:nvSpPr>
        <p:spPr>
          <a:xfrm>
            <a:off x="2322576" y="1264730"/>
            <a:ext cx="214884" cy="155448"/>
          </a:xfrm>
          <a:prstGeom prst="roundRect">
            <a:avLst>
              <a:gd name="adj" fmla="val 14706"/>
            </a:avLst>
          </a:prstGeom>
          <a:solidFill>
            <a:srgbClr val="4F7CAE"/>
          </a:solidFill>
          <a:ln w="6350">
            <a:solidFill>
              <a:srgbClr val="4F7CA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0" name="Text 85"/>
          <p:cNvSpPr/>
          <p:nvPr/>
        </p:nvSpPr>
        <p:spPr>
          <a:xfrm>
            <a:off x="2322576" y="1264730"/>
            <a:ext cx="214884" cy="155448"/>
          </a:xfrm>
          <a:prstGeom prst="rect">
            <a:avLst/>
          </a:prstGeom>
          <a:solidFill>
            <a:srgbClr val="00B0F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650" dirty="0"/>
          </a:p>
        </p:txBody>
      </p:sp>
      <p:sp>
        <p:nvSpPr>
          <p:cNvPr id="91" name="Shape 86"/>
          <p:cNvSpPr/>
          <p:nvPr/>
        </p:nvSpPr>
        <p:spPr>
          <a:xfrm>
            <a:off x="4260533" y="1219010"/>
            <a:ext cx="246888" cy="246888"/>
          </a:xfrm>
          <a:prstGeom prst="diamond">
            <a:avLst/>
          </a:prstGeom>
          <a:solidFill>
            <a:srgbClr val="00B0F0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9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7284" y="1285761"/>
            <a:ext cx="113386" cy="113386"/>
          </a:xfrm>
          <a:prstGeom prst="rect">
            <a:avLst/>
          </a:prstGeom>
        </p:spPr>
      </p:pic>
      <p:sp>
        <p:nvSpPr>
          <p:cNvPr id="93" name="Shape 87"/>
          <p:cNvSpPr/>
          <p:nvPr/>
        </p:nvSpPr>
        <p:spPr>
          <a:xfrm>
            <a:off x="274320" y="1514475"/>
            <a:ext cx="11814048" cy="0"/>
          </a:xfrm>
          <a:prstGeom prst="line">
            <a:avLst/>
          </a:prstGeom>
          <a:noFill/>
          <a:ln w="5080">
            <a:solidFill>
              <a:srgbClr val="DCE2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4" name="Shape 88"/>
          <p:cNvSpPr/>
          <p:nvPr/>
        </p:nvSpPr>
        <p:spPr>
          <a:xfrm>
            <a:off x="310896" y="1595056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4E6E87"/>
          </a:solidFill>
          <a:ln w="12700">
            <a:solidFill>
              <a:srgbClr val="4E6E8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5" name="Text 89"/>
          <p:cNvSpPr/>
          <p:nvPr/>
        </p:nvSpPr>
        <p:spPr>
          <a:xfrm>
            <a:off x="310896" y="1595056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96" name="Text 90"/>
          <p:cNvSpPr/>
          <p:nvPr/>
        </p:nvSpPr>
        <p:spPr>
          <a:xfrm>
            <a:off x="621792" y="1514475"/>
            <a:ext cx="1188720" cy="34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2E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AppD - Part 2</a:t>
            </a:r>
            <a:endParaRPr lang="en-US" sz="700" dirty="0"/>
          </a:p>
        </p:txBody>
      </p:sp>
      <p:sp>
        <p:nvSpPr>
          <p:cNvPr id="97" name="Shape 91"/>
          <p:cNvSpPr/>
          <p:nvPr/>
        </p:nvSpPr>
        <p:spPr>
          <a:xfrm>
            <a:off x="1847088" y="1608773"/>
            <a:ext cx="214884" cy="155448"/>
          </a:xfrm>
          <a:prstGeom prst="roundRect">
            <a:avLst>
              <a:gd name="adj" fmla="val 14706"/>
            </a:avLst>
          </a:prstGeom>
          <a:solidFill>
            <a:srgbClr val="E4E8EB"/>
          </a:solidFill>
          <a:ln w="6350">
            <a:solidFill>
              <a:srgbClr val="E4E8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8" name="Text 92"/>
          <p:cNvSpPr/>
          <p:nvPr/>
        </p:nvSpPr>
        <p:spPr>
          <a:xfrm>
            <a:off x="1847088" y="1608773"/>
            <a:ext cx="2148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A6B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650" dirty="0"/>
          </a:p>
        </p:txBody>
      </p:sp>
      <p:sp>
        <p:nvSpPr>
          <p:cNvPr id="99" name="Text 93"/>
          <p:cNvSpPr/>
          <p:nvPr/>
        </p:nvSpPr>
        <p:spPr>
          <a:xfrm>
            <a:off x="2058314" y="1608773"/>
            <a:ext cx="594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600" dirty="0"/>
          </a:p>
        </p:txBody>
      </p:sp>
      <p:sp>
        <p:nvSpPr>
          <p:cNvPr id="100" name="Shape 94"/>
          <p:cNvSpPr/>
          <p:nvPr/>
        </p:nvSpPr>
        <p:spPr>
          <a:xfrm>
            <a:off x="2084832" y="1608773"/>
            <a:ext cx="214884" cy="155448"/>
          </a:xfrm>
          <a:prstGeom prst="roundRect">
            <a:avLst>
              <a:gd name="adj" fmla="val 14706"/>
            </a:avLst>
          </a:prstGeom>
          <a:solidFill>
            <a:srgbClr val="E4E8EB"/>
          </a:solidFill>
          <a:ln w="6350">
            <a:solidFill>
              <a:srgbClr val="E4E8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1" name="Text 95"/>
          <p:cNvSpPr/>
          <p:nvPr/>
        </p:nvSpPr>
        <p:spPr>
          <a:xfrm>
            <a:off x="2084832" y="1608773"/>
            <a:ext cx="2148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A6B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650" dirty="0"/>
          </a:p>
        </p:txBody>
      </p:sp>
      <p:sp>
        <p:nvSpPr>
          <p:cNvPr id="102" name="Text 96"/>
          <p:cNvSpPr/>
          <p:nvPr/>
        </p:nvSpPr>
        <p:spPr>
          <a:xfrm>
            <a:off x="2296058" y="1608773"/>
            <a:ext cx="594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600" dirty="0"/>
          </a:p>
        </p:txBody>
      </p:sp>
      <p:sp>
        <p:nvSpPr>
          <p:cNvPr id="103" name="Shape 97"/>
          <p:cNvSpPr/>
          <p:nvPr/>
        </p:nvSpPr>
        <p:spPr>
          <a:xfrm>
            <a:off x="2322576" y="1608773"/>
            <a:ext cx="214884" cy="155448"/>
          </a:xfrm>
          <a:prstGeom prst="roundRect">
            <a:avLst>
              <a:gd name="adj" fmla="val 14706"/>
            </a:avLst>
          </a:prstGeom>
          <a:solidFill>
            <a:srgbClr val="5C9657"/>
          </a:solidFill>
          <a:ln w="6350">
            <a:solidFill>
              <a:srgbClr val="5C96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4" name="Text 98"/>
          <p:cNvSpPr/>
          <p:nvPr/>
        </p:nvSpPr>
        <p:spPr>
          <a:xfrm>
            <a:off x="2322576" y="1608773"/>
            <a:ext cx="2148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650" dirty="0"/>
          </a:p>
        </p:txBody>
      </p:sp>
      <p:sp>
        <p:nvSpPr>
          <p:cNvPr id="105" name="Shape 99"/>
          <p:cNvSpPr/>
          <p:nvPr/>
        </p:nvSpPr>
        <p:spPr>
          <a:xfrm>
            <a:off x="5445824" y="1563052"/>
            <a:ext cx="246888" cy="246888"/>
          </a:xfrm>
          <a:prstGeom prst="diamond">
            <a:avLst/>
          </a:prstGeom>
          <a:solidFill>
            <a:srgbClr val="5C9657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0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2575" y="1629804"/>
            <a:ext cx="113386" cy="113386"/>
          </a:xfrm>
          <a:prstGeom prst="rect">
            <a:avLst/>
          </a:prstGeom>
        </p:spPr>
      </p:pic>
      <p:sp>
        <p:nvSpPr>
          <p:cNvPr id="107" name="Shape 100"/>
          <p:cNvSpPr/>
          <p:nvPr/>
        </p:nvSpPr>
        <p:spPr>
          <a:xfrm>
            <a:off x="274320" y="1858518"/>
            <a:ext cx="11814048" cy="0"/>
          </a:xfrm>
          <a:prstGeom prst="line">
            <a:avLst/>
          </a:prstGeom>
          <a:noFill/>
          <a:ln w="5080">
            <a:solidFill>
              <a:srgbClr val="DCE2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8" name="Shape 101"/>
          <p:cNvSpPr/>
          <p:nvPr/>
        </p:nvSpPr>
        <p:spPr>
          <a:xfrm>
            <a:off x="310896" y="1939099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4E6E87"/>
          </a:solidFill>
          <a:ln w="12700">
            <a:solidFill>
              <a:srgbClr val="4E6E8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9" name="Text 102"/>
          <p:cNvSpPr/>
          <p:nvPr/>
        </p:nvSpPr>
        <p:spPr>
          <a:xfrm>
            <a:off x="310896" y="1939099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110" name="Text 103"/>
          <p:cNvSpPr/>
          <p:nvPr/>
        </p:nvSpPr>
        <p:spPr>
          <a:xfrm>
            <a:off x="621792" y="1858518"/>
            <a:ext cx="1188720" cy="34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2E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AppD - Part 3</a:t>
            </a:r>
            <a:endParaRPr lang="en-US" sz="700" dirty="0"/>
          </a:p>
        </p:txBody>
      </p:sp>
      <p:sp>
        <p:nvSpPr>
          <p:cNvPr id="111" name="Shape 104"/>
          <p:cNvSpPr/>
          <p:nvPr/>
        </p:nvSpPr>
        <p:spPr>
          <a:xfrm>
            <a:off x="1847088" y="1952815"/>
            <a:ext cx="214884" cy="155448"/>
          </a:xfrm>
          <a:prstGeom prst="roundRect">
            <a:avLst>
              <a:gd name="adj" fmla="val 14706"/>
            </a:avLst>
          </a:prstGeom>
          <a:solidFill>
            <a:srgbClr val="E4E8EB"/>
          </a:solidFill>
          <a:ln w="6350">
            <a:solidFill>
              <a:srgbClr val="E4E8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2" name="Text 105"/>
          <p:cNvSpPr/>
          <p:nvPr/>
        </p:nvSpPr>
        <p:spPr>
          <a:xfrm>
            <a:off x="1847088" y="1952815"/>
            <a:ext cx="2148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A6B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650" dirty="0"/>
          </a:p>
        </p:txBody>
      </p:sp>
      <p:sp>
        <p:nvSpPr>
          <p:cNvPr id="113" name="Text 106"/>
          <p:cNvSpPr/>
          <p:nvPr/>
        </p:nvSpPr>
        <p:spPr>
          <a:xfrm>
            <a:off x="2058314" y="1952815"/>
            <a:ext cx="594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600" dirty="0"/>
          </a:p>
        </p:txBody>
      </p:sp>
      <p:sp>
        <p:nvSpPr>
          <p:cNvPr id="114" name="Shape 107"/>
          <p:cNvSpPr/>
          <p:nvPr/>
        </p:nvSpPr>
        <p:spPr>
          <a:xfrm>
            <a:off x="2084832" y="1952815"/>
            <a:ext cx="214884" cy="155448"/>
          </a:xfrm>
          <a:prstGeom prst="roundRect">
            <a:avLst>
              <a:gd name="adj" fmla="val 14706"/>
            </a:avLst>
          </a:prstGeom>
          <a:solidFill>
            <a:srgbClr val="5C9657"/>
          </a:solidFill>
          <a:ln w="6350">
            <a:solidFill>
              <a:srgbClr val="5C96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5" name="Text 108"/>
          <p:cNvSpPr/>
          <p:nvPr/>
        </p:nvSpPr>
        <p:spPr>
          <a:xfrm>
            <a:off x="2084832" y="1952815"/>
            <a:ext cx="2148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650" dirty="0"/>
          </a:p>
        </p:txBody>
      </p:sp>
      <p:sp>
        <p:nvSpPr>
          <p:cNvPr id="116" name="Text 109"/>
          <p:cNvSpPr/>
          <p:nvPr/>
        </p:nvSpPr>
        <p:spPr>
          <a:xfrm>
            <a:off x="2296058" y="1952815"/>
            <a:ext cx="594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600" dirty="0"/>
          </a:p>
        </p:txBody>
      </p:sp>
      <p:sp>
        <p:nvSpPr>
          <p:cNvPr id="117" name="Shape 110"/>
          <p:cNvSpPr/>
          <p:nvPr/>
        </p:nvSpPr>
        <p:spPr>
          <a:xfrm>
            <a:off x="2322576" y="1952815"/>
            <a:ext cx="214884" cy="155448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8E74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8" name="Text 111"/>
          <p:cNvSpPr/>
          <p:nvPr/>
        </p:nvSpPr>
        <p:spPr>
          <a:xfrm>
            <a:off x="2322576" y="1952815"/>
            <a:ext cx="2148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8E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650" dirty="0"/>
          </a:p>
        </p:txBody>
      </p:sp>
      <p:sp>
        <p:nvSpPr>
          <p:cNvPr id="119" name="Shape 112"/>
          <p:cNvSpPr/>
          <p:nvPr/>
        </p:nvSpPr>
        <p:spPr>
          <a:xfrm>
            <a:off x="5095494" y="1934527"/>
            <a:ext cx="947547" cy="192024"/>
          </a:xfrm>
          <a:prstGeom prst="roundRect">
            <a:avLst>
              <a:gd name="adj" fmla="val 40476"/>
            </a:avLst>
          </a:prstGeom>
          <a:solidFill>
            <a:srgbClr val="5C9657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0" name="Shape 113"/>
          <p:cNvSpPr/>
          <p:nvPr/>
        </p:nvSpPr>
        <p:spPr>
          <a:xfrm>
            <a:off x="5143500" y="1955101"/>
            <a:ext cx="150876" cy="150876"/>
          </a:xfrm>
          <a:prstGeom prst="ellipse">
            <a:avLst/>
          </a:prstGeom>
          <a:solidFill>
            <a:srgbClr val="FFFFFF"/>
          </a:solidFill>
          <a:ln w="7620">
            <a:solidFill>
              <a:srgbClr val="5C96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2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3218" y="1984819"/>
            <a:ext cx="91440" cy="91440"/>
          </a:xfrm>
          <a:prstGeom prst="rect">
            <a:avLst/>
          </a:prstGeom>
        </p:spPr>
      </p:pic>
      <p:sp>
        <p:nvSpPr>
          <p:cNvPr id="122" name="Text 114"/>
          <p:cNvSpPr/>
          <p:nvPr/>
        </p:nvSpPr>
        <p:spPr>
          <a:xfrm>
            <a:off x="5333238" y="1934527"/>
            <a:ext cx="673227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Design+Build</a:t>
            </a:r>
            <a:endParaRPr lang="en-US" sz="650" dirty="0"/>
          </a:p>
        </p:txBody>
      </p:sp>
      <p:sp>
        <p:nvSpPr>
          <p:cNvPr id="123" name="Shape 115"/>
          <p:cNvSpPr/>
          <p:nvPr/>
        </p:nvSpPr>
        <p:spPr>
          <a:xfrm>
            <a:off x="6061329" y="2030539"/>
            <a:ext cx="546926" cy="0"/>
          </a:xfrm>
          <a:prstGeom prst="line">
            <a:avLst/>
          </a:prstGeom>
          <a:noFill/>
          <a:ln w="12700">
            <a:solidFill>
              <a:srgbClr val="8E74A8"/>
            </a:solidFill>
            <a:prstDash val="sysDot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24" name="Shape 116"/>
          <p:cNvSpPr/>
          <p:nvPr/>
        </p:nvSpPr>
        <p:spPr>
          <a:xfrm>
            <a:off x="6631115" y="1907095"/>
            <a:ext cx="246888" cy="246888"/>
          </a:xfrm>
          <a:prstGeom prst="diamond">
            <a:avLst/>
          </a:prstGeom>
          <a:solidFill>
            <a:srgbClr val="FFFFFF"/>
          </a:solidFill>
          <a:ln w="15240">
            <a:solidFill>
              <a:srgbClr val="8E74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5" name="Text 117"/>
          <p:cNvSpPr/>
          <p:nvPr/>
        </p:nvSpPr>
        <p:spPr>
          <a:xfrm>
            <a:off x="6631115" y="1952815"/>
            <a:ext cx="2468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E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800" dirty="0"/>
          </a:p>
        </p:txBody>
      </p:sp>
      <p:sp>
        <p:nvSpPr>
          <p:cNvPr id="126" name="Text 118"/>
          <p:cNvSpPr/>
          <p:nvPr/>
        </p:nvSpPr>
        <p:spPr>
          <a:xfrm>
            <a:off x="6919151" y="1948243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" b="1" i="1" dirty="0">
                <a:solidFill>
                  <a:srgbClr val="8E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TBD</a:t>
            </a:r>
            <a:endParaRPr lang="en-US" sz="520" dirty="0"/>
          </a:p>
        </p:txBody>
      </p:sp>
      <p:sp>
        <p:nvSpPr>
          <p:cNvPr id="127" name="Shape 119"/>
          <p:cNvSpPr/>
          <p:nvPr/>
        </p:nvSpPr>
        <p:spPr>
          <a:xfrm>
            <a:off x="274320" y="2202561"/>
            <a:ext cx="11814048" cy="0"/>
          </a:xfrm>
          <a:prstGeom prst="line">
            <a:avLst/>
          </a:prstGeom>
          <a:noFill/>
          <a:ln w="5080">
            <a:solidFill>
              <a:srgbClr val="DCE2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8" name="Shape 120"/>
          <p:cNvSpPr/>
          <p:nvPr/>
        </p:nvSpPr>
        <p:spPr>
          <a:xfrm>
            <a:off x="310896" y="2283142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4E6E87"/>
          </a:solidFill>
          <a:ln w="12700">
            <a:solidFill>
              <a:srgbClr val="4E6E8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9" name="Text 121"/>
          <p:cNvSpPr/>
          <p:nvPr/>
        </p:nvSpPr>
        <p:spPr>
          <a:xfrm>
            <a:off x="310896" y="2283142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130" name="Text 122"/>
          <p:cNvSpPr/>
          <p:nvPr/>
        </p:nvSpPr>
        <p:spPr>
          <a:xfrm>
            <a:off x="621792" y="2202561"/>
            <a:ext cx="1188720" cy="34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2E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(bi-directional)</a:t>
            </a:r>
            <a:endParaRPr lang="en-US" sz="700" dirty="0"/>
          </a:p>
        </p:txBody>
      </p:sp>
      <p:sp>
        <p:nvSpPr>
          <p:cNvPr id="131" name="Shape 123"/>
          <p:cNvSpPr/>
          <p:nvPr/>
        </p:nvSpPr>
        <p:spPr>
          <a:xfrm>
            <a:off x="1847088" y="2296859"/>
            <a:ext cx="214884" cy="155448"/>
          </a:xfrm>
          <a:prstGeom prst="roundRect">
            <a:avLst>
              <a:gd name="adj" fmla="val 14706"/>
            </a:avLst>
          </a:prstGeom>
          <a:solidFill>
            <a:srgbClr val="E4E8EB"/>
          </a:solidFill>
          <a:ln w="6350">
            <a:solidFill>
              <a:srgbClr val="E4E8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2" name="Text 124"/>
          <p:cNvSpPr/>
          <p:nvPr/>
        </p:nvSpPr>
        <p:spPr>
          <a:xfrm>
            <a:off x="1847088" y="2296859"/>
            <a:ext cx="2148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A6B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650" dirty="0"/>
          </a:p>
        </p:txBody>
      </p:sp>
      <p:sp>
        <p:nvSpPr>
          <p:cNvPr id="133" name="Text 125"/>
          <p:cNvSpPr/>
          <p:nvPr/>
        </p:nvSpPr>
        <p:spPr>
          <a:xfrm>
            <a:off x="2058314" y="2296859"/>
            <a:ext cx="594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600" dirty="0"/>
          </a:p>
        </p:txBody>
      </p:sp>
      <p:sp>
        <p:nvSpPr>
          <p:cNvPr id="134" name="Shape 126"/>
          <p:cNvSpPr/>
          <p:nvPr/>
        </p:nvSpPr>
        <p:spPr>
          <a:xfrm>
            <a:off x="2084832" y="2296859"/>
            <a:ext cx="214884" cy="155448"/>
          </a:xfrm>
          <a:prstGeom prst="roundRect">
            <a:avLst>
              <a:gd name="adj" fmla="val 14706"/>
            </a:avLst>
          </a:prstGeom>
          <a:solidFill>
            <a:srgbClr val="E4E8EB"/>
          </a:solidFill>
          <a:ln w="6350">
            <a:solidFill>
              <a:srgbClr val="E4E8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5" name="Text 127"/>
          <p:cNvSpPr/>
          <p:nvPr/>
        </p:nvSpPr>
        <p:spPr>
          <a:xfrm>
            <a:off x="2084832" y="2296859"/>
            <a:ext cx="2148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A6B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650" dirty="0"/>
          </a:p>
        </p:txBody>
      </p:sp>
      <p:sp>
        <p:nvSpPr>
          <p:cNvPr id="136" name="Text 128"/>
          <p:cNvSpPr/>
          <p:nvPr/>
        </p:nvSpPr>
        <p:spPr>
          <a:xfrm>
            <a:off x="2296058" y="2296859"/>
            <a:ext cx="594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600" dirty="0"/>
          </a:p>
        </p:txBody>
      </p:sp>
      <p:sp>
        <p:nvSpPr>
          <p:cNvPr id="137" name="Shape 129"/>
          <p:cNvSpPr/>
          <p:nvPr/>
        </p:nvSpPr>
        <p:spPr>
          <a:xfrm>
            <a:off x="2322576" y="2296859"/>
            <a:ext cx="214884" cy="155448"/>
          </a:xfrm>
          <a:prstGeom prst="roundRect">
            <a:avLst>
              <a:gd name="adj" fmla="val 14706"/>
            </a:avLst>
          </a:prstGeom>
          <a:solidFill>
            <a:srgbClr val="00B0F0"/>
          </a:solidFill>
          <a:ln w="6350">
            <a:solidFill>
              <a:srgbClr val="4F7CA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8" name="Text 130"/>
          <p:cNvSpPr/>
          <p:nvPr/>
        </p:nvSpPr>
        <p:spPr>
          <a:xfrm>
            <a:off x="2322576" y="2296859"/>
            <a:ext cx="2148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650" dirty="0"/>
          </a:p>
        </p:txBody>
      </p:sp>
      <p:sp>
        <p:nvSpPr>
          <p:cNvPr id="139" name="Shape 131"/>
          <p:cNvSpPr/>
          <p:nvPr/>
        </p:nvSpPr>
        <p:spPr>
          <a:xfrm>
            <a:off x="4260533" y="2251139"/>
            <a:ext cx="246888" cy="246888"/>
          </a:xfrm>
          <a:prstGeom prst="diamond">
            <a:avLst/>
          </a:prstGeom>
          <a:solidFill>
            <a:srgbClr val="00B0F0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40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7284" y="2317890"/>
            <a:ext cx="113386" cy="113386"/>
          </a:xfrm>
          <a:prstGeom prst="rect">
            <a:avLst/>
          </a:prstGeom>
        </p:spPr>
      </p:pic>
      <p:sp>
        <p:nvSpPr>
          <p:cNvPr id="141" name="Shape 132"/>
          <p:cNvSpPr/>
          <p:nvPr/>
        </p:nvSpPr>
        <p:spPr>
          <a:xfrm>
            <a:off x="274320" y="2546604"/>
            <a:ext cx="11814048" cy="0"/>
          </a:xfrm>
          <a:prstGeom prst="line">
            <a:avLst/>
          </a:prstGeom>
          <a:noFill/>
          <a:ln w="5080">
            <a:solidFill>
              <a:srgbClr val="DCE2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2" name="Shape 133"/>
          <p:cNvSpPr/>
          <p:nvPr/>
        </p:nvSpPr>
        <p:spPr>
          <a:xfrm>
            <a:off x="310896" y="2627186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4E6E87"/>
          </a:solidFill>
          <a:ln w="12700">
            <a:solidFill>
              <a:srgbClr val="4E6E8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3" name="Text 134"/>
          <p:cNvSpPr/>
          <p:nvPr/>
        </p:nvSpPr>
        <p:spPr>
          <a:xfrm>
            <a:off x="310896" y="2627186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144" name="Text 135"/>
          <p:cNvSpPr/>
          <p:nvPr/>
        </p:nvSpPr>
        <p:spPr>
          <a:xfrm>
            <a:off x="621792" y="2546604"/>
            <a:ext cx="1188720" cy="34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2E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CxO</a:t>
            </a:r>
            <a:endParaRPr lang="en-US" sz="700" dirty="0"/>
          </a:p>
        </p:txBody>
      </p:sp>
      <p:sp>
        <p:nvSpPr>
          <p:cNvPr id="145" name="Shape 136"/>
          <p:cNvSpPr/>
          <p:nvPr/>
        </p:nvSpPr>
        <p:spPr>
          <a:xfrm>
            <a:off x="1847088" y="2640902"/>
            <a:ext cx="214884" cy="155448"/>
          </a:xfrm>
          <a:prstGeom prst="roundRect">
            <a:avLst>
              <a:gd name="adj" fmla="val 14706"/>
            </a:avLst>
          </a:prstGeom>
          <a:solidFill>
            <a:srgbClr val="E4E8EB"/>
          </a:solidFill>
          <a:ln w="6350">
            <a:solidFill>
              <a:srgbClr val="E4E8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6" name="Text 137"/>
          <p:cNvSpPr/>
          <p:nvPr/>
        </p:nvSpPr>
        <p:spPr>
          <a:xfrm>
            <a:off x="1847088" y="2640902"/>
            <a:ext cx="2148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A6B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650" dirty="0"/>
          </a:p>
        </p:txBody>
      </p:sp>
      <p:sp>
        <p:nvSpPr>
          <p:cNvPr id="147" name="Text 138"/>
          <p:cNvSpPr/>
          <p:nvPr/>
        </p:nvSpPr>
        <p:spPr>
          <a:xfrm>
            <a:off x="2058314" y="2640902"/>
            <a:ext cx="594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600" dirty="0"/>
          </a:p>
        </p:txBody>
      </p:sp>
      <p:sp>
        <p:nvSpPr>
          <p:cNvPr id="148" name="Shape 139"/>
          <p:cNvSpPr/>
          <p:nvPr/>
        </p:nvSpPr>
        <p:spPr>
          <a:xfrm>
            <a:off x="2084832" y="2640902"/>
            <a:ext cx="214884" cy="155448"/>
          </a:xfrm>
          <a:prstGeom prst="roundRect">
            <a:avLst>
              <a:gd name="adj" fmla="val 14706"/>
            </a:avLst>
          </a:prstGeom>
          <a:solidFill>
            <a:srgbClr val="E4E8EB"/>
          </a:solidFill>
          <a:ln w="6350">
            <a:solidFill>
              <a:srgbClr val="E4E8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9" name="Text 140"/>
          <p:cNvSpPr/>
          <p:nvPr/>
        </p:nvSpPr>
        <p:spPr>
          <a:xfrm>
            <a:off x="2084832" y="2640902"/>
            <a:ext cx="2148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A6B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650" dirty="0"/>
          </a:p>
        </p:txBody>
      </p:sp>
      <p:sp>
        <p:nvSpPr>
          <p:cNvPr id="150" name="Text 141"/>
          <p:cNvSpPr/>
          <p:nvPr/>
        </p:nvSpPr>
        <p:spPr>
          <a:xfrm>
            <a:off x="2296058" y="2640902"/>
            <a:ext cx="594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600" dirty="0"/>
          </a:p>
        </p:txBody>
      </p:sp>
      <p:sp>
        <p:nvSpPr>
          <p:cNvPr id="151" name="Shape 142"/>
          <p:cNvSpPr/>
          <p:nvPr/>
        </p:nvSpPr>
        <p:spPr>
          <a:xfrm>
            <a:off x="2322576" y="2640902"/>
            <a:ext cx="214884" cy="155448"/>
          </a:xfrm>
          <a:prstGeom prst="roundRect">
            <a:avLst>
              <a:gd name="adj" fmla="val 14706"/>
            </a:avLst>
          </a:prstGeom>
          <a:solidFill>
            <a:srgbClr val="00B0F0"/>
          </a:solidFill>
          <a:ln w="6350">
            <a:solidFill>
              <a:srgbClr val="4F7CA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2" name="Text 143"/>
          <p:cNvSpPr/>
          <p:nvPr/>
        </p:nvSpPr>
        <p:spPr>
          <a:xfrm>
            <a:off x="2322576" y="2640902"/>
            <a:ext cx="2148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650" dirty="0"/>
          </a:p>
        </p:txBody>
      </p:sp>
      <p:sp>
        <p:nvSpPr>
          <p:cNvPr id="153" name="Shape 144"/>
          <p:cNvSpPr/>
          <p:nvPr/>
        </p:nvSpPr>
        <p:spPr>
          <a:xfrm>
            <a:off x="3075242" y="2595182"/>
            <a:ext cx="246888" cy="246888"/>
          </a:xfrm>
          <a:prstGeom prst="diamond">
            <a:avLst/>
          </a:prstGeom>
          <a:solidFill>
            <a:srgbClr val="4F7CAE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54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41993" y="2661933"/>
            <a:ext cx="113386" cy="113386"/>
          </a:xfrm>
          <a:prstGeom prst="rect">
            <a:avLst/>
          </a:prstGeom>
        </p:spPr>
      </p:pic>
      <p:sp>
        <p:nvSpPr>
          <p:cNvPr id="155" name="Shape 145"/>
          <p:cNvSpPr/>
          <p:nvPr/>
        </p:nvSpPr>
        <p:spPr>
          <a:xfrm>
            <a:off x="274320" y="2890647"/>
            <a:ext cx="11814048" cy="0"/>
          </a:xfrm>
          <a:prstGeom prst="line">
            <a:avLst/>
          </a:prstGeom>
          <a:noFill/>
          <a:ln w="5080">
            <a:solidFill>
              <a:srgbClr val="DCE2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6" name="Shape 146"/>
          <p:cNvSpPr/>
          <p:nvPr/>
        </p:nvSpPr>
        <p:spPr>
          <a:xfrm>
            <a:off x="310896" y="2971228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4E6E87"/>
          </a:solidFill>
          <a:ln w="12700">
            <a:solidFill>
              <a:srgbClr val="4E6E8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7" name="Text 147"/>
          <p:cNvSpPr/>
          <p:nvPr/>
        </p:nvSpPr>
        <p:spPr>
          <a:xfrm>
            <a:off x="310896" y="297122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158" name="Text 148"/>
          <p:cNvSpPr/>
          <p:nvPr/>
        </p:nvSpPr>
        <p:spPr>
          <a:xfrm>
            <a:off x="621792" y="2890647"/>
            <a:ext cx="1188720" cy="34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2E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 (Tactical)</a:t>
            </a:r>
            <a:endParaRPr lang="en-US" sz="700" dirty="0"/>
          </a:p>
        </p:txBody>
      </p:sp>
      <p:sp>
        <p:nvSpPr>
          <p:cNvPr id="159" name="Shape 149"/>
          <p:cNvSpPr/>
          <p:nvPr/>
        </p:nvSpPr>
        <p:spPr>
          <a:xfrm>
            <a:off x="1847088" y="2984945"/>
            <a:ext cx="214884" cy="155448"/>
          </a:xfrm>
          <a:prstGeom prst="roundRect">
            <a:avLst>
              <a:gd name="adj" fmla="val 14706"/>
            </a:avLst>
          </a:prstGeom>
          <a:solidFill>
            <a:srgbClr val="00B0F0"/>
          </a:solidFill>
          <a:ln w="6350">
            <a:solidFill>
              <a:srgbClr val="4F7CA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0" name="Text 150"/>
          <p:cNvSpPr/>
          <p:nvPr/>
        </p:nvSpPr>
        <p:spPr>
          <a:xfrm>
            <a:off x="1847088" y="2984945"/>
            <a:ext cx="2148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650" dirty="0"/>
          </a:p>
        </p:txBody>
      </p:sp>
      <p:sp>
        <p:nvSpPr>
          <p:cNvPr id="161" name="Text 151"/>
          <p:cNvSpPr/>
          <p:nvPr/>
        </p:nvSpPr>
        <p:spPr>
          <a:xfrm>
            <a:off x="2058314" y="2984945"/>
            <a:ext cx="594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600" dirty="0"/>
          </a:p>
        </p:txBody>
      </p:sp>
      <p:sp>
        <p:nvSpPr>
          <p:cNvPr id="162" name="Shape 152"/>
          <p:cNvSpPr/>
          <p:nvPr/>
        </p:nvSpPr>
        <p:spPr>
          <a:xfrm>
            <a:off x="2084832" y="2984945"/>
            <a:ext cx="214884" cy="155448"/>
          </a:xfrm>
          <a:prstGeom prst="roundRect">
            <a:avLst>
              <a:gd name="adj" fmla="val 14706"/>
            </a:avLst>
          </a:prstGeom>
          <a:solidFill>
            <a:srgbClr val="4F7CAE"/>
          </a:solidFill>
          <a:ln w="6350">
            <a:solidFill>
              <a:srgbClr val="4F7CA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3" name="Text 153"/>
          <p:cNvSpPr/>
          <p:nvPr/>
        </p:nvSpPr>
        <p:spPr>
          <a:xfrm>
            <a:off x="2084832" y="2984945"/>
            <a:ext cx="214884" cy="155448"/>
          </a:xfrm>
          <a:prstGeom prst="rect">
            <a:avLst/>
          </a:prstGeom>
          <a:solidFill>
            <a:srgbClr val="00B0F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650" dirty="0"/>
          </a:p>
        </p:txBody>
      </p:sp>
      <p:sp>
        <p:nvSpPr>
          <p:cNvPr id="164" name="Text 154"/>
          <p:cNvSpPr/>
          <p:nvPr/>
        </p:nvSpPr>
        <p:spPr>
          <a:xfrm>
            <a:off x="2296058" y="2984945"/>
            <a:ext cx="594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600" dirty="0"/>
          </a:p>
        </p:txBody>
      </p:sp>
      <p:sp>
        <p:nvSpPr>
          <p:cNvPr id="165" name="Shape 155"/>
          <p:cNvSpPr/>
          <p:nvPr/>
        </p:nvSpPr>
        <p:spPr>
          <a:xfrm>
            <a:off x="2322576" y="2984945"/>
            <a:ext cx="214884" cy="155448"/>
          </a:xfrm>
          <a:prstGeom prst="roundRect">
            <a:avLst>
              <a:gd name="adj" fmla="val 14706"/>
            </a:avLst>
          </a:prstGeom>
          <a:solidFill>
            <a:srgbClr val="4F7CAE"/>
          </a:solidFill>
          <a:ln w="6350">
            <a:solidFill>
              <a:srgbClr val="4F7CA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6" name="Text 156"/>
          <p:cNvSpPr/>
          <p:nvPr/>
        </p:nvSpPr>
        <p:spPr>
          <a:xfrm>
            <a:off x="2322576" y="2984945"/>
            <a:ext cx="214884" cy="155448"/>
          </a:xfrm>
          <a:prstGeom prst="rect">
            <a:avLst/>
          </a:prstGeom>
          <a:solidFill>
            <a:srgbClr val="00B0F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650" dirty="0"/>
          </a:p>
        </p:txBody>
      </p:sp>
      <p:sp>
        <p:nvSpPr>
          <p:cNvPr id="167" name="Shape 157"/>
          <p:cNvSpPr/>
          <p:nvPr/>
        </p:nvSpPr>
        <p:spPr>
          <a:xfrm>
            <a:off x="3937635" y="2966657"/>
            <a:ext cx="260985" cy="192024"/>
          </a:xfrm>
          <a:prstGeom prst="roundRect">
            <a:avLst>
              <a:gd name="adj" fmla="val 40476"/>
            </a:avLst>
          </a:prstGeom>
          <a:solidFill>
            <a:srgbClr val="00B0F0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8" name="Shape 158"/>
          <p:cNvSpPr/>
          <p:nvPr/>
        </p:nvSpPr>
        <p:spPr>
          <a:xfrm>
            <a:off x="3985641" y="2987231"/>
            <a:ext cx="150876" cy="150876"/>
          </a:xfrm>
          <a:prstGeom prst="ellipse">
            <a:avLst/>
          </a:prstGeom>
          <a:solidFill>
            <a:srgbClr val="FFFFFF"/>
          </a:solidFill>
          <a:ln w="7620">
            <a:solidFill>
              <a:srgbClr val="4F7CA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69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5359" y="3016949"/>
            <a:ext cx="91440" cy="91440"/>
          </a:xfrm>
          <a:prstGeom prst="rect">
            <a:avLst/>
          </a:prstGeom>
        </p:spPr>
      </p:pic>
      <p:sp>
        <p:nvSpPr>
          <p:cNvPr id="170" name="Shape 159"/>
          <p:cNvSpPr/>
          <p:nvPr/>
        </p:nvSpPr>
        <p:spPr>
          <a:xfrm>
            <a:off x="4253484" y="2966657"/>
            <a:ext cx="260985" cy="192024"/>
          </a:xfrm>
          <a:prstGeom prst="roundRect">
            <a:avLst>
              <a:gd name="adj" fmla="val 40476"/>
            </a:avLst>
          </a:prstGeom>
          <a:solidFill>
            <a:srgbClr val="00B0F0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1" name="Shape 160"/>
          <p:cNvSpPr/>
          <p:nvPr/>
        </p:nvSpPr>
        <p:spPr>
          <a:xfrm>
            <a:off x="4301490" y="2987231"/>
            <a:ext cx="150876" cy="150876"/>
          </a:xfrm>
          <a:prstGeom prst="ellipse">
            <a:avLst/>
          </a:prstGeom>
          <a:solidFill>
            <a:srgbClr val="FFFFFF"/>
          </a:solidFill>
          <a:ln w="7620">
            <a:solidFill>
              <a:srgbClr val="4F7CA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72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1208" y="3016949"/>
            <a:ext cx="91440" cy="91440"/>
          </a:xfrm>
          <a:prstGeom prst="rect">
            <a:avLst/>
          </a:prstGeom>
        </p:spPr>
      </p:pic>
      <p:sp>
        <p:nvSpPr>
          <p:cNvPr id="173" name="Shape 161"/>
          <p:cNvSpPr/>
          <p:nvPr/>
        </p:nvSpPr>
        <p:spPr>
          <a:xfrm>
            <a:off x="4576382" y="2939224"/>
            <a:ext cx="246888" cy="246888"/>
          </a:xfrm>
          <a:prstGeom prst="diamond">
            <a:avLst/>
          </a:prstGeom>
          <a:solidFill>
            <a:srgbClr val="00B0F0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74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3133" y="3005976"/>
            <a:ext cx="113386" cy="113386"/>
          </a:xfrm>
          <a:prstGeom prst="rect">
            <a:avLst/>
          </a:prstGeom>
        </p:spPr>
      </p:pic>
      <p:sp>
        <p:nvSpPr>
          <p:cNvPr id="175" name="Shape 162"/>
          <p:cNvSpPr/>
          <p:nvPr/>
        </p:nvSpPr>
        <p:spPr>
          <a:xfrm>
            <a:off x="4216908" y="3062669"/>
            <a:ext cx="0" cy="0"/>
          </a:xfrm>
          <a:prstGeom prst="line">
            <a:avLst/>
          </a:prstGeom>
          <a:noFill/>
          <a:ln w="12700">
            <a:solidFill>
              <a:srgbClr val="9AA7B0"/>
            </a:solidFill>
            <a:prstDash val="sysDot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76" name="Shape 163"/>
          <p:cNvSpPr/>
          <p:nvPr/>
        </p:nvSpPr>
        <p:spPr>
          <a:xfrm>
            <a:off x="4532757" y="3062669"/>
            <a:ext cx="7049" cy="0"/>
          </a:xfrm>
          <a:prstGeom prst="line">
            <a:avLst/>
          </a:prstGeom>
          <a:noFill/>
          <a:ln w="12700">
            <a:solidFill>
              <a:srgbClr val="9AA7B0"/>
            </a:solidFill>
            <a:prstDash val="sysDot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77" name="Shape 164"/>
          <p:cNvSpPr/>
          <p:nvPr/>
        </p:nvSpPr>
        <p:spPr>
          <a:xfrm>
            <a:off x="274320" y="3234690"/>
            <a:ext cx="11814048" cy="0"/>
          </a:xfrm>
          <a:prstGeom prst="line">
            <a:avLst/>
          </a:prstGeom>
          <a:noFill/>
          <a:ln w="5080">
            <a:solidFill>
              <a:srgbClr val="DCE2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8" name="Shape 165"/>
          <p:cNvSpPr/>
          <p:nvPr/>
        </p:nvSpPr>
        <p:spPr>
          <a:xfrm>
            <a:off x="310896" y="3315271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6B8597"/>
          </a:solidFill>
          <a:ln w="12700">
            <a:solidFill>
              <a:srgbClr val="6B859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9" name="Text 166"/>
          <p:cNvSpPr/>
          <p:nvPr/>
        </p:nvSpPr>
        <p:spPr>
          <a:xfrm>
            <a:off x="310896" y="3315271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sp>
        <p:nvSpPr>
          <p:cNvPr id="180" name="Text 167"/>
          <p:cNvSpPr/>
          <p:nvPr/>
        </p:nvSpPr>
        <p:spPr>
          <a:xfrm>
            <a:off x="621792" y="3234690"/>
            <a:ext cx="1188720" cy="34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2E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SCOM</a:t>
            </a:r>
            <a:endParaRPr lang="en-US" sz="700" dirty="0"/>
          </a:p>
        </p:txBody>
      </p:sp>
      <p:sp>
        <p:nvSpPr>
          <p:cNvPr id="181" name="Shape 168"/>
          <p:cNvSpPr/>
          <p:nvPr/>
        </p:nvSpPr>
        <p:spPr>
          <a:xfrm>
            <a:off x="1847088" y="3328987"/>
            <a:ext cx="214884" cy="155448"/>
          </a:xfrm>
          <a:prstGeom prst="roundRect">
            <a:avLst>
              <a:gd name="adj" fmla="val 14706"/>
            </a:avLst>
          </a:prstGeom>
          <a:solidFill>
            <a:srgbClr val="00B0F0"/>
          </a:solidFill>
          <a:ln w="6350">
            <a:solidFill>
              <a:srgbClr val="4F7CA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2" name="Text 169"/>
          <p:cNvSpPr/>
          <p:nvPr/>
        </p:nvSpPr>
        <p:spPr>
          <a:xfrm>
            <a:off x="1847088" y="3328987"/>
            <a:ext cx="2148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650" dirty="0"/>
          </a:p>
        </p:txBody>
      </p:sp>
      <p:sp>
        <p:nvSpPr>
          <p:cNvPr id="183" name="Text 170"/>
          <p:cNvSpPr/>
          <p:nvPr/>
        </p:nvSpPr>
        <p:spPr>
          <a:xfrm>
            <a:off x="2058314" y="3328987"/>
            <a:ext cx="594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600" dirty="0"/>
          </a:p>
        </p:txBody>
      </p:sp>
      <p:sp>
        <p:nvSpPr>
          <p:cNvPr id="184" name="Shape 171"/>
          <p:cNvSpPr/>
          <p:nvPr/>
        </p:nvSpPr>
        <p:spPr>
          <a:xfrm>
            <a:off x="2084832" y="3328987"/>
            <a:ext cx="214884" cy="155448"/>
          </a:xfrm>
          <a:prstGeom prst="roundRect">
            <a:avLst>
              <a:gd name="adj" fmla="val 14706"/>
            </a:avLst>
          </a:prstGeom>
          <a:solidFill>
            <a:srgbClr val="E4E8EB"/>
          </a:solidFill>
          <a:ln w="6350">
            <a:solidFill>
              <a:srgbClr val="E4E8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5" name="Text 172"/>
          <p:cNvSpPr/>
          <p:nvPr/>
        </p:nvSpPr>
        <p:spPr>
          <a:xfrm>
            <a:off x="2084832" y="3328987"/>
            <a:ext cx="2148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A6B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endParaRPr lang="en-US" sz="650" dirty="0"/>
          </a:p>
        </p:txBody>
      </p:sp>
      <p:sp>
        <p:nvSpPr>
          <p:cNvPr id="186" name="Text 173"/>
          <p:cNvSpPr/>
          <p:nvPr/>
        </p:nvSpPr>
        <p:spPr>
          <a:xfrm>
            <a:off x="2296058" y="3328987"/>
            <a:ext cx="594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600" dirty="0"/>
          </a:p>
        </p:txBody>
      </p:sp>
      <p:sp>
        <p:nvSpPr>
          <p:cNvPr id="187" name="Shape 174"/>
          <p:cNvSpPr/>
          <p:nvPr/>
        </p:nvSpPr>
        <p:spPr>
          <a:xfrm>
            <a:off x="2322576" y="3328987"/>
            <a:ext cx="214884" cy="155448"/>
          </a:xfrm>
          <a:prstGeom prst="roundRect">
            <a:avLst>
              <a:gd name="adj" fmla="val 14706"/>
            </a:avLst>
          </a:prstGeom>
          <a:solidFill>
            <a:srgbClr val="E4E8EB"/>
          </a:solidFill>
          <a:ln w="6350">
            <a:solidFill>
              <a:srgbClr val="E4E8EB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88" name="Text 175"/>
          <p:cNvSpPr/>
          <p:nvPr/>
        </p:nvSpPr>
        <p:spPr>
          <a:xfrm>
            <a:off x="2322576" y="3328987"/>
            <a:ext cx="2148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A6B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NA–</a:t>
            </a:r>
            <a:endParaRPr lang="en-US" sz="650" dirty="0"/>
          </a:p>
        </p:txBody>
      </p:sp>
      <p:sp>
        <p:nvSpPr>
          <p:cNvPr id="189" name="Shape 176"/>
          <p:cNvSpPr/>
          <p:nvPr/>
        </p:nvSpPr>
        <p:spPr>
          <a:xfrm>
            <a:off x="3910203" y="3310699"/>
            <a:ext cx="947547" cy="192024"/>
          </a:xfrm>
          <a:prstGeom prst="roundRect">
            <a:avLst>
              <a:gd name="adj" fmla="val 40476"/>
            </a:avLst>
          </a:prstGeom>
          <a:solidFill>
            <a:srgbClr val="00B0F0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0" name="Shape 177"/>
          <p:cNvSpPr/>
          <p:nvPr/>
        </p:nvSpPr>
        <p:spPr>
          <a:xfrm>
            <a:off x="3958209" y="3331273"/>
            <a:ext cx="150876" cy="150876"/>
          </a:xfrm>
          <a:prstGeom prst="ellipse">
            <a:avLst/>
          </a:prstGeom>
          <a:solidFill>
            <a:srgbClr val="FFFFFF"/>
          </a:solidFill>
          <a:ln w="7620">
            <a:solidFill>
              <a:srgbClr val="4F7CA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91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927" y="3360991"/>
            <a:ext cx="91440" cy="91440"/>
          </a:xfrm>
          <a:prstGeom prst="rect">
            <a:avLst/>
          </a:prstGeom>
        </p:spPr>
      </p:pic>
      <p:sp>
        <p:nvSpPr>
          <p:cNvPr id="192" name="Text 178"/>
          <p:cNvSpPr/>
          <p:nvPr/>
        </p:nvSpPr>
        <p:spPr>
          <a:xfrm>
            <a:off x="4147947" y="3310699"/>
            <a:ext cx="673227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650" dirty="0"/>
          </a:p>
        </p:txBody>
      </p:sp>
      <p:sp>
        <p:nvSpPr>
          <p:cNvPr id="193" name="Shape 179"/>
          <p:cNvSpPr/>
          <p:nvPr/>
        </p:nvSpPr>
        <p:spPr>
          <a:xfrm>
            <a:off x="274320" y="3578733"/>
            <a:ext cx="11814048" cy="0"/>
          </a:xfrm>
          <a:prstGeom prst="line">
            <a:avLst/>
          </a:prstGeom>
          <a:noFill/>
          <a:ln w="5080">
            <a:solidFill>
              <a:srgbClr val="DCE2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4" name="Shape 180"/>
          <p:cNvSpPr/>
          <p:nvPr/>
        </p:nvSpPr>
        <p:spPr>
          <a:xfrm>
            <a:off x="310896" y="3659315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6B8597"/>
          </a:solidFill>
          <a:ln w="12700">
            <a:solidFill>
              <a:srgbClr val="6B859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5" name="Text 181"/>
          <p:cNvSpPr/>
          <p:nvPr/>
        </p:nvSpPr>
        <p:spPr>
          <a:xfrm>
            <a:off x="310896" y="3659315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sp>
        <p:nvSpPr>
          <p:cNvPr id="196" name="Text 182"/>
          <p:cNvSpPr/>
          <p:nvPr/>
        </p:nvSpPr>
        <p:spPr>
          <a:xfrm>
            <a:off x="621792" y="3578733"/>
            <a:ext cx="1188720" cy="34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2E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Truesight</a:t>
            </a:r>
            <a:endParaRPr lang="en-US" sz="700" dirty="0"/>
          </a:p>
        </p:txBody>
      </p:sp>
      <p:sp>
        <p:nvSpPr>
          <p:cNvPr id="197" name="Shape 183"/>
          <p:cNvSpPr/>
          <p:nvPr/>
        </p:nvSpPr>
        <p:spPr>
          <a:xfrm>
            <a:off x="1847088" y="3673031"/>
            <a:ext cx="214884" cy="155448"/>
          </a:xfrm>
          <a:prstGeom prst="roundRect">
            <a:avLst>
              <a:gd name="adj" fmla="val 14706"/>
            </a:avLst>
          </a:prstGeom>
          <a:solidFill>
            <a:srgbClr val="00B0F0"/>
          </a:solidFill>
          <a:ln w="6350">
            <a:solidFill>
              <a:srgbClr val="4F7CA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8" name="Text 184"/>
          <p:cNvSpPr/>
          <p:nvPr/>
        </p:nvSpPr>
        <p:spPr>
          <a:xfrm>
            <a:off x="1847088" y="3673031"/>
            <a:ext cx="2148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650" dirty="0"/>
          </a:p>
        </p:txBody>
      </p:sp>
      <p:sp>
        <p:nvSpPr>
          <p:cNvPr id="199" name="Text 185"/>
          <p:cNvSpPr/>
          <p:nvPr/>
        </p:nvSpPr>
        <p:spPr>
          <a:xfrm>
            <a:off x="2058314" y="3673031"/>
            <a:ext cx="594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600" dirty="0"/>
          </a:p>
        </p:txBody>
      </p:sp>
      <p:sp>
        <p:nvSpPr>
          <p:cNvPr id="200" name="Shape 186"/>
          <p:cNvSpPr/>
          <p:nvPr/>
        </p:nvSpPr>
        <p:spPr>
          <a:xfrm>
            <a:off x="2084832" y="3673031"/>
            <a:ext cx="214884" cy="155448"/>
          </a:xfrm>
          <a:prstGeom prst="roundRect">
            <a:avLst>
              <a:gd name="adj" fmla="val 14706"/>
            </a:avLst>
          </a:prstGeom>
          <a:solidFill>
            <a:srgbClr val="E4E8EB"/>
          </a:solidFill>
          <a:ln w="6350">
            <a:solidFill>
              <a:srgbClr val="E4E8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1" name="Text 187"/>
          <p:cNvSpPr/>
          <p:nvPr/>
        </p:nvSpPr>
        <p:spPr>
          <a:xfrm>
            <a:off x="2084832" y="3673031"/>
            <a:ext cx="2148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A6B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endParaRPr lang="en-US" sz="650" dirty="0"/>
          </a:p>
        </p:txBody>
      </p:sp>
      <p:sp>
        <p:nvSpPr>
          <p:cNvPr id="202" name="Text 188"/>
          <p:cNvSpPr/>
          <p:nvPr/>
        </p:nvSpPr>
        <p:spPr>
          <a:xfrm>
            <a:off x="2296058" y="3673031"/>
            <a:ext cx="594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600" dirty="0"/>
          </a:p>
        </p:txBody>
      </p:sp>
      <p:sp>
        <p:nvSpPr>
          <p:cNvPr id="203" name="Shape 189"/>
          <p:cNvSpPr/>
          <p:nvPr/>
        </p:nvSpPr>
        <p:spPr>
          <a:xfrm>
            <a:off x="2322576" y="3673031"/>
            <a:ext cx="214884" cy="155448"/>
          </a:xfrm>
          <a:prstGeom prst="roundRect">
            <a:avLst>
              <a:gd name="adj" fmla="val 14706"/>
            </a:avLst>
          </a:prstGeom>
          <a:solidFill>
            <a:srgbClr val="E4E8EB"/>
          </a:solidFill>
          <a:ln w="6350">
            <a:solidFill>
              <a:srgbClr val="E4E8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4" name="Text 190"/>
          <p:cNvSpPr/>
          <p:nvPr/>
        </p:nvSpPr>
        <p:spPr>
          <a:xfrm>
            <a:off x="2322576" y="3673031"/>
            <a:ext cx="2148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A6B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NA–</a:t>
            </a:r>
            <a:endParaRPr lang="en-US" sz="650" dirty="0"/>
          </a:p>
        </p:txBody>
      </p:sp>
      <p:sp>
        <p:nvSpPr>
          <p:cNvPr id="205" name="Shape 191"/>
          <p:cNvSpPr/>
          <p:nvPr/>
        </p:nvSpPr>
        <p:spPr>
          <a:xfrm>
            <a:off x="3910203" y="3654743"/>
            <a:ext cx="947547" cy="192024"/>
          </a:xfrm>
          <a:prstGeom prst="roundRect">
            <a:avLst>
              <a:gd name="adj" fmla="val 40476"/>
            </a:avLst>
          </a:prstGeom>
          <a:solidFill>
            <a:srgbClr val="00B0F0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6" name="Shape 192"/>
          <p:cNvSpPr/>
          <p:nvPr/>
        </p:nvSpPr>
        <p:spPr>
          <a:xfrm>
            <a:off x="3958209" y="3675317"/>
            <a:ext cx="150876" cy="150876"/>
          </a:xfrm>
          <a:prstGeom prst="ellipse">
            <a:avLst/>
          </a:prstGeom>
          <a:solidFill>
            <a:srgbClr val="FFFFFF"/>
          </a:solidFill>
          <a:ln w="7620">
            <a:solidFill>
              <a:srgbClr val="4F7CA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07" name="Image 1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927" y="3705035"/>
            <a:ext cx="91440" cy="91440"/>
          </a:xfrm>
          <a:prstGeom prst="rect">
            <a:avLst/>
          </a:prstGeom>
        </p:spPr>
      </p:pic>
      <p:sp>
        <p:nvSpPr>
          <p:cNvPr id="208" name="Text 193"/>
          <p:cNvSpPr/>
          <p:nvPr/>
        </p:nvSpPr>
        <p:spPr>
          <a:xfrm>
            <a:off x="4147947" y="3654743"/>
            <a:ext cx="673227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650" dirty="0"/>
          </a:p>
        </p:txBody>
      </p:sp>
      <p:sp>
        <p:nvSpPr>
          <p:cNvPr id="209" name="Shape 194"/>
          <p:cNvSpPr/>
          <p:nvPr/>
        </p:nvSpPr>
        <p:spPr>
          <a:xfrm>
            <a:off x="274320" y="3922776"/>
            <a:ext cx="11814048" cy="0"/>
          </a:xfrm>
          <a:prstGeom prst="line">
            <a:avLst/>
          </a:prstGeom>
          <a:noFill/>
          <a:ln w="5080">
            <a:solidFill>
              <a:srgbClr val="DCE2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0" name="Shape 195"/>
          <p:cNvSpPr/>
          <p:nvPr/>
        </p:nvSpPr>
        <p:spPr>
          <a:xfrm>
            <a:off x="310896" y="4003358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6B8597"/>
          </a:solidFill>
          <a:ln w="12700">
            <a:solidFill>
              <a:srgbClr val="6B859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1" name="Text 196"/>
          <p:cNvSpPr/>
          <p:nvPr/>
        </p:nvSpPr>
        <p:spPr>
          <a:xfrm>
            <a:off x="310896" y="400335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sp>
        <p:nvSpPr>
          <p:cNvPr id="212" name="Text 197"/>
          <p:cNvSpPr/>
          <p:nvPr/>
        </p:nvSpPr>
        <p:spPr>
          <a:xfrm>
            <a:off x="621792" y="3922776"/>
            <a:ext cx="1188720" cy="34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2E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 - Part 1</a:t>
            </a:r>
            <a:endParaRPr lang="en-US" sz="700" dirty="0"/>
          </a:p>
        </p:txBody>
      </p:sp>
      <p:sp>
        <p:nvSpPr>
          <p:cNvPr id="213" name="Shape 198"/>
          <p:cNvSpPr/>
          <p:nvPr/>
        </p:nvSpPr>
        <p:spPr>
          <a:xfrm>
            <a:off x="1847088" y="4017074"/>
            <a:ext cx="214884" cy="155448"/>
          </a:xfrm>
          <a:prstGeom prst="roundRect">
            <a:avLst>
              <a:gd name="adj" fmla="val 14706"/>
            </a:avLst>
          </a:prstGeom>
          <a:solidFill>
            <a:srgbClr val="00B0F0"/>
          </a:solidFill>
          <a:ln w="6350">
            <a:solidFill>
              <a:srgbClr val="4F7CA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4" name="Text 199"/>
          <p:cNvSpPr/>
          <p:nvPr/>
        </p:nvSpPr>
        <p:spPr>
          <a:xfrm>
            <a:off x="1847088" y="4017074"/>
            <a:ext cx="2148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650" dirty="0"/>
          </a:p>
        </p:txBody>
      </p:sp>
      <p:sp>
        <p:nvSpPr>
          <p:cNvPr id="215" name="Text 200"/>
          <p:cNvSpPr/>
          <p:nvPr/>
        </p:nvSpPr>
        <p:spPr>
          <a:xfrm>
            <a:off x="2058314" y="4017074"/>
            <a:ext cx="594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600" dirty="0"/>
          </a:p>
        </p:txBody>
      </p:sp>
      <p:sp>
        <p:nvSpPr>
          <p:cNvPr id="216" name="Shape 201"/>
          <p:cNvSpPr/>
          <p:nvPr/>
        </p:nvSpPr>
        <p:spPr>
          <a:xfrm>
            <a:off x="2084832" y="4017074"/>
            <a:ext cx="214884" cy="155448"/>
          </a:xfrm>
          <a:prstGeom prst="roundRect">
            <a:avLst>
              <a:gd name="adj" fmla="val 14706"/>
            </a:avLst>
          </a:prstGeom>
          <a:solidFill>
            <a:srgbClr val="5C9657"/>
          </a:solidFill>
          <a:ln w="6350">
            <a:solidFill>
              <a:srgbClr val="5C96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7" name="Text 202"/>
          <p:cNvSpPr/>
          <p:nvPr/>
        </p:nvSpPr>
        <p:spPr>
          <a:xfrm>
            <a:off x="2084832" y="4017074"/>
            <a:ext cx="2148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650" dirty="0"/>
          </a:p>
        </p:txBody>
      </p:sp>
      <p:sp>
        <p:nvSpPr>
          <p:cNvPr id="218" name="Text 203"/>
          <p:cNvSpPr/>
          <p:nvPr/>
        </p:nvSpPr>
        <p:spPr>
          <a:xfrm>
            <a:off x="2296058" y="4017074"/>
            <a:ext cx="594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600" dirty="0"/>
          </a:p>
        </p:txBody>
      </p:sp>
      <p:sp>
        <p:nvSpPr>
          <p:cNvPr id="219" name="Shape 204"/>
          <p:cNvSpPr/>
          <p:nvPr/>
        </p:nvSpPr>
        <p:spPr>
          <a:xfrm>
            <a:off x="2322576" y="4017074"/>
            <a:ext cx="214884" cy="155448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8A99A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0" name="Text 205"/>
          <p:cNvSpPr/>
          <p:nvPr/>
        </p:nvSpPr>
        <p:spPr>
          <a:xfrm>
            <a:off x="2322576" y="4017074"/>
            <a:ext cx="2148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5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650" dirty="0"/>
          </a:p>
        </p:txBody>
      </p:sp>
      <p:sp>
        <p:nvSpPr>
          <p:cNvPr id="221" name="Shape 206"/>
          <p:cNvSpPr/>
          <p:nvPr/>
        </p:nvSpPr>
        <p:spPr>
          <a:xfrm>
            <a:off x="3910203" y="3998786"/>
            <a:ext cx="947547" cy="192024"/>
          </a:xfrm>
          <a:prstGeom prst="roundRect">
            <a:avLst>
              <a:gd name="adj" fmla="val 40476"/>
            </a:avLst>
          </a:prstGeom>
          <a:solidFill>
            <a:srgbClr val="00B0F0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2" name="Shape 207"/>
          <p:cNvSpPr/>
          <p:nvPr/>
        </p:nvSpPr>
        <p:spPr>
          <a:xfrm>
            <a:off x="3958209" y="4019360"/>
            <a:ext cx="150876" cy="150876"/>
          </a:xfrm>
          <a:prstGeom prst="ellipse">
            <a:avLst/>
          </a:prstGeom>
          <a:solidFill>
            <a:srgbClr val="FFFFFF"/>
          </a:solidFill>
          <a:ln w="7620">
            <a:solidFill>
              <a:srgbClr val="4F7CA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23" name="Image 1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927" y="4049078"/>
            <a:ext cx="91440" cy="91440"/>
          </a:xfrm>
          <a:prstGeom prst="rect">
            <a:avLst/>
          </a:prstGeom>
        </p:spPr>
      </p:pic>
      <p:sp>
        <p:nvSpPr>
          <p:cNvPr id="224" name="Text 208"/>
          <p:cNvSpPr/>
          <p:nvPr/>
        </p:nvSpPr>
        <p:spPr>
          <a:xfrm>
            <a:off x="4147947" y="3998786"/>
            <a:ext cx="673227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650" dirty="0"/>
          </a:p>
        </p:txBody>
      </p:sp>
      <p:sp>
        <p:nvSpPr>
          <p:cNvPr id="225" name="Shape 209"/>
          <p:cNvSpPr/>
          <p:nvPr/>
        </p:nvSpPr>
        <p:spPr>
          <a:xfrm>
            <a:off x="5095494" y="3998786"/>
            <a:ext cx="947547" cy="192024"/>
          </a:xfrm>
          <a:prstGeom prst="roundRect">
            <a:avLst>
              <a:gd name="adj" fmla="val 40476"/>
            </a:avLst>
          </a:prstGeom>
          <a:solidFill>
            <a:srgbClr val="5C9657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6" name="Shape 210"/>
          <p:cNvSpPr/>
          <p:nvPr/>
        </p:nvSpPr>
        <p:spPr>
          <a:xfrm>
            <a:off x="5143500" y="4019360"/>
            <a:ext cx="150876" cy="150876"/>
          </a:xfrm>
          <a:prstGeom prst="ellipse">
            <a:avLst/>
          </a:prstGeom>
          <a:solidFill>
            <a:srgbClr val="FFFFFF"/>
          </a:solidFill>
          <a:ln w="7620">
            <a:solidFill>
              <a:srgbClr val="5C96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27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3218" y="4049078"/>
            <a:ext cx="91440" cy="91440"/>
          </a:xfrm>
          <a:prstGeom prst="rect">
            <a:avLst/>
          </a:prstGeom>
        </p:spPr>
      </p:pic>
      <p:sp>
        <p:nvSpPr>
          <p:cNvPr id="228" name="Text 211"/>
          <p:cNvSpPr/>
          <p:nvPr/>
        </p:nvSpPr>
        <p:spPr>
          <a:xfrm>
            <a:off x="5333238" y="3998786"/>
            <a:ext cx="673227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Design+Build</a:t>
            </a:r>
            <a:endParaRPr lang="en-US" sz="650" dirty="0"/>
          </a:p>
        </p:txBody>
      </p:sp>
      <p:sp>
        <p:nvSpPr>
          <p:cNvPr id="229" name="Shape 212"/>
          <p:cNvSpPr/>
          <p:nvPr/>
        </p:nvSpPr>
        <p:spPr>
          <a:xfrm>
            <a:off x="6631115" y="3971354"/>
            <a:ext cx="246888" cy="246888"/>
          </a:xfrm>
          <a:prstGeom prst="diamond">
            <a:avLst/>
          </a:prstGeom>
          <a:solidFill>
            <a:srgbClr val="FFFFFF"/>
          </a:solidFill>
          <a:ln w="15240">
            <a:solidFill>
              <a:srgbClr val="8A99A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30" name="Image 1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7866" y="4038105"/>
            <a:ext cx="113386" cy="113386"/>
          </a:xfrm>
          <a:prstGeom prst="rect">
            <a:avLst/>
          </a:prstGeom>
        </p:spPr>
      </p:pic>
      <p:sp>
        <p:nvSpPr>
          <p:cNvPr id="231" name="Shape 213"/>
          <p:cNvSpPr/>
          <p:nvPr/>
        </p:nvSpPr>
        <p:spPr>
          <a:xfrm>
            <a:off x="4876038" y="4094798"/>
            <a:ext cx="182880" cy="0"/>
          </a:xfrm>
          <a:prstGeom prst="line">
            <a:avLst/>
          </a:prstGeom>
          <a:noFill/>
          <a:ln w="12700">
            <a:solidFill>
              <a:srgbClr val="9AA7B0"/>
            </a:solidFill>
            <a:prstDash val="sysDot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32" name="Shape 214"/>
          <p:cNvSpPr/>
          <p:nvPr/>
        </p:nvSpPr>
        <p:spPr>
          <a:xfrm>
            <a:off x="6061329" y="4094798"/>
            <a:ext cx="533210" cy="0"/>
          </a:xfrm>
          <a:prstGeom prst="line">
            <a:avLst/>
          </a:prstGeom>
          <a:noFill/>
          <a:ln w="12700">
            <a:solidFill>
              <a:srgbClr val="9AA7B0"/>
            </a:solidFill>
            <a:prstDash val="sysDot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33" name="Shape 215"/>
          <p:cNvSpPr/>
          <p:nvPr/>
        </p:nvSpPr>
        <p:spPr>
          <a:xfrm>
            <a:off x="274320" y="4266819"/>
            <a:ext cx="11814048" cy="0"/>
          </a:xfrm>
          <a:prstGeom prst="line">
            <a:avLst/>
          </a:prstGeom>
          <a:noFill/>
          <a:ln w="5080">
            <a:solidFill>
              <a:srgbClr val="DCE2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4" name="Shape 216"/>
          <p:cNvSpPr/>
          <p:nvPr/>
        </p:nvSpPr>
        <p:spPr>
          <a:xfrm>
            <a:off x="310896" y="4347401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6B8597"/>
          </a:solidFill>
          <a:ln w="12700">
            <a:solidFill>
              <a:srgbClr val="6B859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5" name="Text 217"/>
          <p:cNvSpPr/>
          <p:nvPr/>
        </p:nvSpPr>
        <p:spPr>
          <a:xfrm>
            <a:off x="310896" y="4347401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sp>
        <p:nvSpPr>
          <p:cNvPr id="236" name="Text 218"/>
          <p:cNvSpPr/>
          <p:nvPr/>
        </p:nvSpPr>
        <p:spPr>
          <a:xfrm>
            <a:off x="621792" y="4266819"/>
            <a:ext cx="1188720" cy="34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2E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 - Part 2</a:t>
            </a:r>
            <a:endParaRPr lang="en-US" sz="700" dirty="0"/>
          </a:p>
        </p:txBody>
      </p:sp>
      <p:sp>
        <p:nvSpPr>
          <p:cNvPr id="237" name="Shape 219"/>
          <p:cNvSpPr/>
          <p:nvPr/>
        </p:nvSpPr>
        <p:spPr>
          <a:xfrm>
            <a:off x="1847088" y="4361117"/>
            <a:ext cx="214884" cy="155448"/>
          </a:xfrm>
          <a:prstGeom prst="roundRect">
            <a:avLst>
              <a:gd name="adj" fmla="val 14706"/>
            </a:avLst>
          </a:prstGeom>
          <a:solidFill>
            <a:srgbClr val="E4E8EB"/>
          </a:solidFill>
          <a:ln w="6350">
            <a:solidFill>
              <a:srgbClr val="E4E8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8" name="Text 220"/>
          <p:cNvSpPr/>
          <p:nvPr/>
        </p:nvSpPr>
        <p:spPr>
          <a:xfrm>
            <a:off x="1847088" y="4361117"/>
            <a:ext cx="2148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A6B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650" dirty="0"/>
          </a:p>
        </p:txBody>
      </p:sp>
      <p:sp>
        <p:nvSpPr>
          <p:cNvPr id="239" name="Text 221"/>
          <p:cNvSpPr/>
          <p:nvPr/>
        </p:nvSpPr>
        <p:spPr>
          <a:xfrm>
            <a:off x="2058314" y="4361117"/>
            <a:ext cx="594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600" dirty="0"/>
          </a:p>
        </p:txBody>
      </p:sp>
      <p:sp>
        <p:nvSpPr>
          <p:cNvPr id="240" name="Shape 222"/>
          <p:cNvSpPr/>
          <p:nvPr/>
        </p:nvSpPr>
        <p:spPr>
          <a:xfrm>
            <a:off x="2084832" y="4361117"/>
            <a:ext cx="214884" cy="155448"/>
          </a:xfrm>
          <a:prstGeom prst="roundRect">
            <a:avLst>
              <a:gd name="adj" fmla="val 14706"/>
            </a:avLst>
          </a:prstGeom>
          <a:solidFill>
            <a:srgbClr val="E4E8EB"/>
          </a:solidFill>
          <a:ln w="6350">
            <a:solidFill>
              <a:srgbClr val="E4E8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1" name="Text 223"/>
          <p:cNvSpPr/>
          <p:nvPr/>
        </p:nvSpPr>
        <p:spPr>
          <a:xfrm>
            <a:off x="2084832" y="4361117"/>
            <a:ext cx="2148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A6B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650" dirty="0"/>
          </a:p>
        </p:txBody>
      </p:sp>
      <p:sp>
        <p:nvSpPr>
          <p:cNvPr id="242" name="Text 224"/>
          <p:cNvSpPr/>
          <p:nvPr/>
        </p:nvSpPr>
        <p:spPr>
          <a:xfrm>
            <a:off x="2296058" y="4361117"/>
            <a:ext cx="594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600" dirty="0"/>
          </a:p>
        </p:txBody>
      </p:sp>
      <p:sp>
        <p:nvSpPr>
          <p:cNvPr id="243" name="Shape 225"/>
          <p:cNvSpPr/>
          <p:nvPr/>
        </p:nvSpPr>
        <p:spPr>
          <a:xfrm>
            <a:off x="2322576" y="4361117"/>
            <a:ext cx="214884" cy="155448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8A99A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4" name="Text 226"/>
          <p:cNvSpPr/>
          <p:nvPr/>
        </p:nvSpPr>
        <p:spPr>
          <a:xfrm>
            <a:off x="2322576" y="4361117"/>
            <a:ext cx="2148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5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650" dirty="0"/>
          </a:p>
        </p:txBody>
      </p:sp>
      <p:sp>
        <p:nvSpPr>
          <p:cNvPr id="245" name="Shape 227"/>
          <p:cNvSpPr/>
          <p:nvPr/>
        </p:nvSpPr>
        <p:spPr>
          <a:xfrm>
            <a:off x="7816406" y="4315397"/>
            <a:ext cx="246888" cy="246888"/>
          </a:xfrm>
          <a:prstGeom prst="diamond">
            <a:avLst/>
          </a:prstGeom>
          <a:solidFill>
            <a:srgbClr val="FFFFFF"/>
          </a:solidFill>
          <a:ln w="15240">
            <a:solidFill>
              <a:srgbClr val="8A99A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46" name="Image 1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3157" y="4382148"/>
            <a:ext cx="113386" cy="113386"/>
          </a:xfrm>
          <a:prstGeom prst="rect">
            <a:avLst/>
          </a:prstGeom>
        </p:spPr>
      </p:pic>
      <p:sp>
        <p:nvSpPr>
          <p:cNvPr id="247" name="Shape 228"/>
          <p:cNvSpPr/>
          <p:nvPr/>
        </p:nvSpPr>
        <p:spPr>
          <a:xfrm>
            <a:off x="274320" y="4610862"/>
            <a:ext cx="11814048" cy="0"/>
          </a:xfrm>
          <a:prstGeom prst="line">
            <a:avLst/>
          </a:prstGeom>
          <a:noFill/>
          <a:ln w="5080">
            <a:solidFill>
              <a:srgbClr val="DCE2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8" name="Shape 229"/>
          <p:cNvSpPr/>
          <p:nvPr/>
        </p:nvSpPr>
        <p:spPr>
          <a:xfrm>
            <a:off x="310896" y="4691444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6B8597"/>
          </a:solidFill>
          <a:ln w="12700">
            <a:solidFill>
              <a:srgbClr val="6B859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9" name="Text 230"/>
          <p:cNvSpPr/>
          <p:nvPr/>
        </p:nvSpPr>
        <p:spPr>
          <a:xfrm>
            <a:off x="310896" y="4691444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sp>
        <p:nvSpPr>
          <p:cNvPr id="250" name="Text 231"/>
          <p:cNvSpPr/>
          <p:nvPr/>
        </p:nvSpPr>
        <p:spPr>
          <a:xfrm>
            <a:off x="621792" y="4610862"/>
            <a:ext cx="1188720" cy="34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2E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On Prem ITSI</a:t>
            </a:r>
            <a:endParaRPr lang="en-US" sz="700" dirty="0"/>
          </a:p>
        </p:txBody>
      </p:sp>
      <p:sp>
        <p:nvSpPr>
          <p:cNvPr id="251" name="Shape 232"/>
          <p:cNvSpPr/>
          <p:nvPr/>
        </p:nvSpPr>
        <p:spPr>
          <a:xfrm>
            <a:off x="1847088" y="4705160"/>
            <a:ext cx="214884" cy="155448"/>
          </a:xfrm>
          <a:prstGeom prst="roundRect">
            <a:avLst>
              <a:gd name="adj" fmla="val 14706"/>
            </a:avLst>
          </a:prstGeom>
          <a:solidFill>
            <a:srgbClr val="4F7CAE"/>
          </a:solidFill>
          <a:ln w="6350">
            <a:solidFill>
              <a:srgbClr val="4F7CA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2" name="Text 233"/>
          <p:cNvSpPr/>
          <p:nvPr/>
        </p:nvSpPr>
        <p:spPr>
          <a:xfrm>
            <a:off x="1847088" y="4705160"/>
            <a:ext cx="214884" cy="155448"/>
          </a:xfrm>
          <a:prstGeom prst="rect">
            <a:avLst/>
          </a:prstGeom>
          <a:solidFill>
            <a:srgbClr val="00B0F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650" dirty="0"/>
          </a:p>
        </p:txBody>
      </p:sp>
      <p:sp>
        <p:nvSpPr>
          <p:cNvPr id="253" name="Text 234"/>
          <p:cNvSpPr/>
          <p:nvPr/>
        </p:nvSpPr>
        <p:spPr>
          <a:xfrm>
            <a:off x="2058314" y="4705160"/>
            <a:ext cx="594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600" dirty="0"/>
          </a:p>
        </p:txBody>
      </p:sp>
      <p:sp>
        <p:nvSpPr>
          <p:cNvPr id="254" name="Shape 235"/>
          <p:cNvSpPr/>
          <p:nvPr/>
        </p:nvSpPr>
        <p:spPr>
          <a:xfrm>
            <a:off x="2084832" y="4705160"/>
            <a:ext cx="214884" cy="155448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8A99A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5" name="Text 236"/>
          <p:cNvSpPr/>
          <p:nvPr/>
        </p:nvSpPr>
        <p:spPr>
          <a:xfrm>
            <a:off x="2084832" y="4705160"/>
            <a:ext cx="2148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5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650" dirty="0"/>
          </a:p>
        </p:txBody>
      </p:sp>
      <p:sp>
        <p:nvSpPr>
          <p:cNvPr id="256" name="Text 237"/>
          <p:cNvSpPr/>
          <p:nvPr/>
        </p:nvSpPr>
        <p:spPr>
          <a:xfrm>
            <a:off x="2296058" y="4705160"/>
            <a:ext cx="594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600" dirty="0"/>
          </a:p>
        </p:txBody>
      </p:sp>
      <p:sp>
        <p:nvSpPr>
          <p:cNvPr id="257" name="Shape 238"/>
          <p:cNvSpPr/>
          <p:nvPr/>
        </p:nvSpPr>
        <p:spPr>
          <a:xfrm>
            <a:off x="2322576" y="4705160"/>
            <a:ext cx="214884" cy="155448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8A99A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8" name="Text 239"/>
          <p:cNvSpPr/>
          <p:nvPr/>
        </p:nvSpPr>
        <p:spPr>
          <a:xfrm>
            <a:off x="2322576" y="4705160"/>
            <a:ext cx="2148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5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650" dirty="0"/>
          </a:p>
        </p:txBody>
      </p:sp>
      <p:sp>
        <p:nvSpPr>
          <p:cNvPr id="259" name="Shape 240"/>
          <p:cNvSpPr/>
          <p:nvPr/>
        </p:nvSpPr>
        <p:spPr>
          <a:xfrm>
            <a:off x="3910203" y="4686871"/>
            <a:ext cx="947547" cy="192024"/>
          </a:xfrm>
          <a:prstGeom prst="roundRect">
            <a:avLst>
              <a:gd name="adj" fmla="val 40476"/>
            </a:avLst>
          </a:prstGeom>
          <a:solidFill>
            <a:srgbClr val="00B0F0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0" name="Shape 241"/>
          <p:cNvSpPr/>
          <p:nvPr/>
        </p:nvSpPr>
        <p:spPr>
          <a:xfrm>
            <a:off x="3958209" y="4707446"/>
            <a:ext cx="150876" cy="150876"/>
          </a:xfrm>
          <a:prstGeom prst="ellipse">
            <a:avLst/>
          </a:prstGeom>
          <a:solidFill>
            <a:srgbClr val="FFFFFF"/>
          </a:solidFill>
          <a:ln w="7620">
            <a:solidFill>
              <a:srgbClr val="4F7CA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61" name="Image 1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927" y="4737164"/>
            <a:ext cx="91440" cy="91440"/>
          </a:xfrm>
          <a:prstGeom prst="rect">
            <a:avLst/>
          </a:prstGeom>
        </p:spPr>
      </p:pic>
      <p:sp>
        <p:nvSpPr>
          <p:cNvPr id="262" name="Text 242"/>
          <p:cNvSpPr/>
          <p:nvPr/>
        </p:nvSpPr>
        <p:spPr>
          <a:xfrm>
            <a:off x="4147947" y="4686871"/>
            <a:ext cx="673227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650" dirty="0"/>
          </a:p>
        </p:txBody>
      </p:sp>
      <p:sp>
        <p:nvSpPr>
          <p:cNvPr id="263" name="Shape 243"/>
          <p:cNvSpPr/>
          <p:nvPr/>
        </p:nvSpPr>
        <p:spPr>
          <a:xfrm>
            <a:off x="6280785" y="4686871"/>
            <a:ext cx="2132838" cy="192024"/>
          </a:xfrm>
          <a:prstGeom prst="roundRect">
            <a:avLst>
              <a:gd name="adj" fmla="val 40476"/>
            </a:avLst>
          </a:prstGeom>
          <a:solidFill>
            <a:srgbClr val="FFFFFF"/>
          </a:solidFill>
          <a:ln w="13970">
            <a:solidFill>
              <a:srgbClr val="8A99A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4" name="Shape 244"/>
          <p:cNvSpPr/>
          <p:nvPr/>
        </p:nvSpPr>
        <p:spPr>
          <a:xfrm>
            <a:off x="6328791" y="4707446"/>
            <a:ext cx="150876" cy="150876"/>
          </a:xfrm>
          <a:prstGeom prst="ellipse">
            <a:avLst/>
          </a:prstGeom>
          <a:solidFill>
            <a:srgbClr val="FFFFFF"/>
          </a:solidFill>
          <a:ln w="7620">
            <a:solidFill>
              <a:srgbClr val="8A99A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65" name="Image 1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8509" y="4737164"/>
            <a:ext cx="91440" cy="91440"/>
          </a:xfrm>
          <a:prstGeom prst="rect">
            <a:avLst/>
          </a:prstGeom>
        </p:spPr>
      </p:pic>
      <p:sp>
        <p:nvSpPr>
          <p:cNvPr id="266" name="Text 245"/>
          <p:cNvSpPr/>
          <p:nvPr/>
        </p:nvSpPr>
        <p:spPr>
          <a:xfrm>
            <a:off x="6518529" y="4686871"/>
            <a:ext cx="185851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5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Design+Build</a:t>
            </a:r>
            <a:endParaRPr lang="en-US" sz="650" dirty="0"/>
          </a:p>
        </p:txBody>
      </p:sp>
      <p:sp>
        <p:nvSpPr>
          <p:cNvPr id="267" name="Shape 246"/>
          <p:cNvSpPr/>
          <p:nvPr/>
        </p:nvSpPr>
        <p:spPr>
          <a:xfrm>
            <a:off x="9001697" y="4659440"/>
            <a:ext cx="246888" cy="246888"/>
          </a:xfrm>
          <a:prstGeom prst="diamond">
            <a:avLst/>
          </a:prstGeom>
          <a:solidFill>
            <a:srgbClr val="FFFFFF"/>
          </a:solidFill>
          <a:ln w="15240">
            <a:solidFill>
              <a:srgbClr val="8A99A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68" name="Image 1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8448" y="4726191"/>
            <a:ext cx="113386" cy="113386"/>
          </a:xfrm>
          <a:prstGeom prst="rect">
            <a:avLst/>
          </a:prstGeom>
        </p:spPr>
      </p:pic>
      <p:sp>
        <p:nvSpPr>
          <p:cNvPr id="269" name="Shape 247"/>
          <p:cNvSpPr/>
          <p:nvPr/>
        </p:nvSpPr>
        <p:spPr>
          <a:xfrm>
            <a:off x="4876038" y="4782884"/>
            <a:ext cx="1368171" cy="0"/>
          </a:xfrm>
          <a:prstGeom prst="line">
            <a:avLst/>
          </a:prstGeom>
          <a:noFill/>
          <a:ln w="12700">
            <a:solidFill>
              <a:srgbClr val="9AA7B0"/>
            </a:solidFill>
            <a:prstDash val="sysDot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70" name="Shape 248"/>
          <p:cNvSpPr/>
          <p:nvPr/>
        </p:nvSpPr>
        <p:spPr>
          <a:xfrm>
            <a:off x="8431911" y="4782884"/>
            <a:ext cx="533210" cy="0"/>
          </a:xfrm>
          <a:prstGeom prst="line">
            <a:avLst/>
          </a:prstGeom>
          <a:noFill/>
          <a:ln w="12700">
            <a:solidFill>
              <a:srgbClr val="9AA7B0"/>
            </a:solidFill>
            <a:prstDash val="sysDot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71" name="Shape 249"/>
          <p:cNvSpPr/>
          <p:nvPr/>
        </p:nvSpPr>
        <p:spPr>
          <a:xfrm>
            <a:off x="274320" y="4954905"/>
            <a:ext cx="11814048" cy="0"/>
          </a:xfrm>
          <a:prstGeom prst="line">
            <a:avLst/>
          </a:prstGeom>
          <a:noFill/>
          <a:ln w="5080">
            <a:solidFill>
              <a:srgbClr val="DCE2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2" name="Shape 250"/>
          <p:cNvSpPr/>
          <p:nvPr/>
        </p:nvSpPr>
        <p:spPr>
          <a:xfrm>
            <a:off x="310896" y="5035487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6B8597"/>
          </a:solidFill>
          <a:ln w="12700">
            <a:solidFill>
              <a:srgbClr val="6B859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3" name="Text 251"/>
          <p:cNvSpPr/>
          <p:nvPr/>
        </p:nvSpPr>
        <p:spPr>
          <a:xfrm>
            <a:off x="310896" y="5035487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sp>
        <p:nvSpPr>
          <p:cNvPr id="274" name="Text 252"/>
          <p:cNvSpPr/>
          <p:nvPr/>
        </p:nvSpPr>
        <p:spPr>
          <a:xfrm>
            <a:off x="621792" y="4954905"/>
            <a:ext cx="1188720" cy="34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2E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HOOP</a:t>
            </a:r>
            <a:endParaRPr lang="en-US" sz="700" dirty="0"/>
          </a:p>
        </p:txBody>
      </p:sp>
      <p:sp>
        <p:nvSpPr>
          <p:cNvPr id="275" name="Shape 253"/>
          <p:cNvSpPr/>
          <p:nvPr/>
        </p:nvSpPr>
        <p:spPr>
          <a:xfrm>
            <a:off x="1847088" y="5049203"/>
            <a:ext cx="214884" cy="155448"/>
          </a:xfrm>
          <a:prstGeom prst="roundRect">
            <a:avLst>
              <a:gd name="adj" fmla="val 14706"/>
            </a:avLst>
          </a:prstGeom>
          <a:solidFill>
            <a:srgbClr val="5C9657"/>
          </a:solidFill>
          <a:ln w="6350">
            <a:solidFill>
              <a:srgbClr val="5C96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6" name="Text 254"/>
          <p:cNvSpPr/>
          <p:nvPr/>
        </p:nvSpPr>
        <p:spPr>
          <a:xfrm>
            <a:off x="1847088" y="5049203"/>
            <a:ext cx="2148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650" dirty="0"/>
          </a:p>
        </p:txBody>
      </p:sp>
      <p:sp>
        <p:nvSpPr>
          <p:cNvPr id="277" name="Text 255"/>
          <p:cNvSpPr/>
          <p:nvPr/>
        </p:nvSpPr>
        <p:spPr>
          <a:xfrm>
            <a:off x="2058314" y="5049203"/>
            <a:ext cx="594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600" dirty="0"/>
          </a:p>
        </p:txBody>
      </p:sp>
      <p:sp>
        <p:nvSpPr>
          <p:cNvPr id="278" name="Shape 256"/>
          <p:cNvSpPr/>
          <p:nvPr/>
        </p:nvSpPr>
        <p:spPr>
          <a:xfrm>
            <a:off x="2084832" y="5049203"/>
            <a:ext cx="214884" cy="155448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8A99A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9" name="Text 257"/>
          <p:cNvSpPr/>
          <p:nvPr/>
        </p:nvSpPr>
        <p:spPr>
          <a:xfrm>
            <a:off x="2084832" y="5049203"/>
            <a:ext cx="2148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5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650" dirty="0"/>
          </a:p>
        </p:txBody>
      </p:sp>
      <p:sp>
        <p:nvSpPr>
          <p:cNvPr id="280" name="Text 258"/>
          <p:cNvSpPr/>
          <p:nvPr/>
        </p:nvSpPr>
        <p:spPr>
          <a:xfrm>
            <a:off x="2296058" y="5049203"/>
            <a:ext cx="594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600" dirty="0"/>
          </a:p>
        </p:txBody>
      </p:sp>
      <p:sp>
        <p:nvSpPr>
          <p:cNvPr id="281" name="Shape 259"/>
          <p:cNvSpPr/>
          <p:nvPr/>
        </p:nvSpPr>
        <p:spPr>
          <a:xfrm>
            <a:off x="2322576" y="5049203"/>
            <a:ext cx="214884" cy="155448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8A99A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2" name="Text 260"/>
          <p:cNvSpPr/>
          <p:nvPr/>
        </p:nvSpPr>
        <p:spPr>
          <a:xfrm>
            <a:off x="2322576" y="5049203"/>
            <a:ext cx="2148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5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650" dirty="0"/>
          </a:p>
        </p:txBody>
      </p:sp>
      <p:sp>
        <p:nvSpPr>
          <p:cNvPr id="283" name="Shape 261"/>
          <p:cNvSpPr/>
          <p:nvPr/>
        </p:nvSpPr>
        <p:spPr>
          <a:xfrm>
            <a:off x="5095494" y="5030915"/>
            <a:ext cx="947547" cy="192024"/>
          </a:xfrm>
          <a:prstGeom prst="roundRect">
            <a:avLst>
              <a:gd name="adj" fmla="val 40476"/>
            </a:avLst>
          </a:prstGeom>
          <a:solidFill>
            <a:srgbClr val="5C9657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4" name="Shape 262"/>
          <p:cNvSpPr/>
          <p:nvPr/>
        </p:nvSpPr>
        <p:spPr>
          <a:xfrm>
            <a:off x="5143500" y="5051489"/>
            <a:ext cx="150876" cy="150876"/>
          </a:xfrm>
          <a:prstGeom prst="ellipse">
            <a:avLst/>
          </a:prstGeom>
          <a:solidFill>
            <a:srgbClr val="FFFFFF"/>
          </a:solidFill>
          <a:ln w="7620">
            <a:solidFill>
              <a:srgbClr val="5C96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85" name="Image 2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3218" y="5081207"/>
            <a:ext cx="91440" cy="91440"/>
          </a:xfrm>
          <a:prstGeom prst="rect">
            <a:avLst/>
          </a:prstGeom>
        </p:spPr>
      </p:pic>
      <p:sp>
        <p:nvSpPr>
          <p:cNvPr id="286" name="Text 263"/>
          <p:cNvSpPr/>
          <p:nvPr/>
        </p:nvSpPr>
        <p:spPr>
          <a:xfrm>
            <a:off x="5333238" y="5030915"/>
            <a:ext cx="673227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650" dirty="0"/>
          </a:p>
        </p:txBody>
      </p:sp>
      <p:sp>
        <p:nvSpPr>
          <p:cNvPr id="287" name="Shape 264"/>
          <p:cNvSpPr/>
          <p:nvPr/>
        </p:nvSpPr>
        <p:spPr>
          <a:xfrm>
            <a:off x="8678799" y="5030915"/>
            <a:ext cx="1011555" cy="192024"/>
          </a:xfrm>
          <a:prstGeom prst="roundRect">
            <a:avLst>
              <a:gd name="adj" fmla="val 40476"/>
            </a:avLst>
          </a:prstGeom>
          <a:solidFill>
            <a:srgbClr val="FFFFFF"/>
          </a:solidFill>
          <a:ln w="13970">
            <a:solidFill>
              <a:srgbClr val="8A99A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8" name="Shape 265"/>
          <p:cNvSpPr/>
          <p:nvPr/>
        </p:nvSpPr>
        <p:spPr>
          <a:xfrm>
            <a:off x="8726805" y="5051489"/>
            <a:ext cx="150876" cy="150876"/>
          </a:xfrm>
          <a:prstGeom prst="ellipse">
            <a:avLst/>
          </a:prstGeom>
          <a:solidFill>
            <a:srgbClr val="FFFFFF"/>
          </a:solidFill>
          <a:ln w="7620">
            <a:solidFill>
              <a:srgbClr val="8A99A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89" name="Image 2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6523" y="5081207"/>
            <a:ext cx="91440" cy="91440"/>
          </a:xfrm>
          <a:prstGeom prst="rect">
            <a:avLst/>
          </a:prstGeom>
        </p:spPr>
      </p:pic>
      <p:sp>
        <p:nvSpPr>
          <p:cNvPr id="290" name="Text 266"/>
          <p:cNvSpPr/>
          <p:nvPr/>
        </p:nvSpPr>
        <p:spPr>
          <a:xfrm>
            <a:off x="8916543" y="5030915"/>
            <a:ext cx="737235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5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Design+Build</a:t>
            </a:r>
            <a:endParaRPr lang="en-US" sz="650" dirty="0"/>
          </a:p>
        </p:txBody>
      </p:sp>
      <p:sp>
        <p:nvSpPr>
          <p:cNvPr id="291" name="Shape 267"/>
          <p:cNvSpPr/>
          <p:nvPr/>
        </p:nvSpPr>
        <p:spPr>
          <a:xfrm>
            <a:off x="10127552" y="5003483"/>
            <a:ext cx="246888" cy="246888"/>
          </a:xfrm>
          <a:prstGeom prst="diamond">
            <a:avLst/>
          </a:prstGeom>
          <a:solidFill>
            <a:srgbClr val="FFFFFF"/>
          </a:solidFill>
          <a:ln w="15240">
            <a:solidFill>
              <a:srgbClr val="8A99A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92" name="Image 2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4303" y="5070234"/>
            <a:ext cx="113386" cy="113386"/>
          </a:xfrm>
          <a:prstGeom prst="rect">
            <a:avLst/>
          </a:prstGeom>
        </p:spPr>
      </p:pic>
      <p:sp>
        <p:nvSpPr>
          <p:cNvPr id="293" name="Shape 268"/>
          <p:cNvSpPr/>
          <p:nvPr/>
        </p:nvSpPr>
        <p:spPr>
          <a:xfrm>
            <a:off x="6061329" y="5126927"/>
            <a:ext cx="2580894" cy="0"/>
          </a:xfrm>
          <a:prstGeom prst="line">
            <a:avLst/>
          </a:prstGeom>
          <a:noFill/>
          <a:ln w="12700">
            <a:solidFill>
              <a:srgbClr val="9AA7B0"/>
            </a:solidFill>
            <a:prstDash val="sysDot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94" name="Shape 269"/>
          <p:cNvSpPr/>
          <p:nvPr/>
        </p:nvSpPr>
        <p:spPr>
          <a:xfrm>
            <a:off x="9708642" y="5126927"/>
            <a:ext cx="382333" cy="0"/>
          </a:xfrm>
          <a:prstGeom prst="line">
            <a:avLst/>
          </a:prstGeom>
          <a:noFill/>
          <a:ln w="12700">
            <a:solidFill>
              <a:srgbClr val="9AA7B0"/>
            </a:solidFill>
            <a:prstDash val="sysDot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95" name="Shape 270"/>
          <p:cNvSpPr/>
          <p:nvPr/>
        </p:nvSpPr>
        <p:spPr>
          <a:xfrm>
            <a:off x="274320" y="5298948"/>
            <a:ext cx="11814048" cy="0"/>
          </a:xfrm>
          <a:prstGeom prst="line">
            <a:avLst/>
          </a:prstGeom>
          <a:noFill/>
          <a:ln w="5080">
            <a:solidFill>
              <a:srgbClr val="DCE2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6" name="Shape 271"/>
          <p:cNvSpPr/>
          <p:nvPr/>
        </p:nvSpPr>
        <p:spPr>
          <a:xfrm>
            <a:off x="310896" y="5379530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6B8597"/>
          </a:solidFill>
          <a:ln w="12700">
            <a:solidFill>
              <a:srgbClr val="6B859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7" name="Text 272"/>
          <p:cNvSpPr/>
          <p:nvPr/>
        </p:nvSpPr>
        <p:spPr>
          <a:xfrm>
            <a:off x="310896" y="537953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sp>
        <p:nvSpPr>
          <p:cNvPr id="298" name="Text 273"/>
          <p:cNvSpPr/>
          <p:nvPr/>
        </p:nvSpPr>
        <p:spPr>
          <a:xfrm>
            <a:off x="621792" y="5298948"/>
            <a:ext cx="1188720" cy="34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2E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HELIOS - Part 1</a:t>
            </a:r>
            <a:endParaRPr lang="en-US" sz="700" dirty="0"/>
          </a:p>
        </p:txBody>
      </p:sp>
      <p:sp>
        <p:nvSpPr>
          <p:cNvPr id="299" name="Shape 274"/>
          <p:cNvSpPr/>
          <p:nvPr/>
        </p:nvSpPr>
        <p:spPr>
          <a:xfrm>
            <a:off x="1847088" y="5393246"/>
            <a:ext cx="214884" cy="155448"/>
          </a:xfrm>
          <a:prstGeom prst="roundRect">
            <a:avLst>
              <a:gd name="adj" fmla="val 14706"/>
            </a:avLst>
          </a:prstGeom>
          <a:solidFill>
            <a:srgbClr val="5C9657"/>
          </a:solidFill>
          <a:ln w="6350">
            <a:solidFill>
              <a:srgbClr val="5C96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0" name="Text 275"/>
          <p:cNvSpPr/>
          <p:nvPr/>
        </p:nvSpPr>
        <p:spPr>
          <a:xfrm>
            <a:off x="1847088" y="5393246"/>
            <a:ext cx="2148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650" dirty="0"/>
          </a:p>
        </p:txBody>
      </p:sp>
      <p:sp>
        <p:nvSpPr>
          <p:cNvPr id="301" name="Text 276"/>
          <p:cNvSpPr/>
          <p:nvPr/>
        </p:nvSpPr>
        <p:spPr>
          <a:xfrm>
            <a:off x="2058314" y="5393246"/>
            <a:ext cx="594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600" dirty="0"/>
          </a:p>
        </p:txBody>
      </p:sp>
      <p:sp>
        <p:nvSpPr>
          <p:cNvPr id="302" name="Shape 277"/>
          <p:cNvSpPr/>
          <p:nvPr/>
        </p:nvSpPr>
        <p:spPr>
          <a:xfrm>
            <a:off x="2084832" y="5393246"/>
            <a:ext cx="214884" cy="155448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8A99A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3" name="Text 278"/>
          <p:cNvSpPr/>
          <p:nvPr/>
        </p:nvSpPr>
        <p:spPr>
          <a:xfrm>
            <a:off x="2084832" y="5393246"/>
            <a:ext cx="2148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5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650" dirty="0"/>
          </a:p>
        </p:txBody>
      </p:sp>
      <p:sp>
        <p:nvSpPr>
          <p:cNvPr id="304" name="Text 279"/>
          <p:cNvSpPr/>
          <p:nvPr/>
        </p:nvSpPr>
        <p:spPr>
          <a:xfrm>
            <a:off x="2296058" y="5393246"/>
            <a:ext cx="594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600" dirty="0"/>
          </a:p>
        </p:txBody>
      </p:sp>
      <p:sp>
        <p:nvSpPr>
          <p:cNvPr id="305" name="Shape 280"/>
          <p:cNvSpPr/>
          <p:nvPr/>
        </p:nvSpPr>
        <p:spPr>
          <a:xfrm>
            <a:off x="2322576" y="5393246"/>
            <a:ext cx="214884" cy="155448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8A99A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6" name="Text 281"/>
          <p:cNvSpPr/>
          <p:nvPr/>
        </p:nvSpPr>
        <p:spPr>
          <a:xfrm>
            <a:off x="2322576" y="5393246"/>
            <a:ext cx="2148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5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650" dirty="0"/>
          </a:p>
        </p:txBody>
      </p:sp>
      <p:sp>
        <p:nvSpPr>
          <p:cNvPr id="307" name="Shape 282"/>
          <p:cNvSpPr/>
          <p:nvPr/>
        </p:nvSpPr>
        <p:spPr>
          <a:xfrm>
            <a:off x="5095494" y="5374958"/>
            <a:ext cx="947547" cy="192024"/>
          </a:xfrm>
          <a:prstGeom prst="roundRect">
            <a:avLst>
              <a:gd name="adj" fmla="val 40476"/>
            </a:avLst>
          </a:prstGeom>
          <a:solidFill>
            <a:srgbClr val="5C9657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8" name="Shape 283"/>
          <p:cNvSpPr/>
          <p:nvPr/>
        </p:nvSpPr>
        <p:spPr>
          <a:xfrm>
            <a:off x="5143500" y="5395532"/>
            <a:ext cx="150876" cy="150876"/>
          </a:xfrm>
          <a:prstGeom prst="ellipse">
            <a:avLst/>
          </a:prstGeom>
          <a:solidFill>
            <a:srgbClr val="FFFFFF"/>
          </a:solidFill>
          <a:ln w="7620">
            <a:solidFill>
              <a:srgbClr val="5C96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09" name="Image 2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3218" y="5425250"/>
            <a:ext cx="91440" cy="91440"/>
          </a:xfrm>
          <a:prstGeom prst="rect">
            <a:avLst/>
          </a:prstGeom>
        </p:spPr>
      </p:pic>
      <p:sp>
        <p:nvSpPr>
          <p:cNvPr id="310" name="Text 284"/>
          <p:cNvSpPr/>
          <p:nvPr/>
        </p:nvSpPr>
        <p:spPr>
          <a:xfrm>
            <a:off x="5333238" y="5374958"/>
            <a:ext cx="673227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650" dirty="0"/>
          </a:p>
        </p:txBody>
      </p:sp>
      <p:sp>
        <p:nvSpPr>
          <p:cNvPr id="311" name="Shape 285"/>
          <p:cNvSpPr/>
          <p:nvPr/>
        </p:nvSpPr>
        <p:spPr>
          <a:xfrm>
            <a:off x="9864090" y="5374958"/>
            <a:ext cx="418910" cy="192024"/>
          </a:xfrm>
          <a:prstGeom prst="roundRect">
            <a:avLst>
              <a:gd name="adj" fmla="val 40476"/>
            </a:avLst>
          </a:prstGeom>
          <a:solidFill>
            <a:srgbClr val="FFFFFF"/>
          </a:solidFill>
          <a:ln w="13970">
            <a:solidFill>
              <a:srgbClr val="8A99A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2" name="Shape 286"/>
          <p:cNvSpPr/>
          <p:nvPr/>
        </p:nvSpPr>
        <p:spPr>
          <a:xfrm>
            <a:off x="9912096" y="5395532"/>
            <a:ext cx="150876" cy="150876"/>
          </a:xfrm>
          <a:prstGeom prst="ellipse">
            <a:avLst/>
          </a:prstGeom>
          <a:solidFill>
            <a:srgbClr val="FFFFFF"/>
          </a:solidFill>
          <a:ln w="7620">
            <a:solidFill>
              <a:srgbClr val="8A99A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13" name="Image 2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1814" y="5425250"/>
            <a:ext cx="91440" cy="91440"/>
          </a:xfrm>
          <a:prstGeom prst="rect">
            <a:avLst/>
          </a:prstGeom>
        </p:spPr>
      </p:pic>
      <p:sp>
        <p:nvSpPr>
          <p:cNvPr id="314" name="Shape 287"/>
          <p:cNvSpPr/>
          <p:nvPr/>
        </p:nvSpPr>
        <p:spPr>
          <a:xfrm>
            <a:off x="10423874" y="5347526"/>
            <a:ext cx="246888" cy="246888"/>
          </a:xfrm>
          <a:prstGeom prst="diamond">
            <a:avLst/>
          </a:prstGeom>
          <a:solidFill>
            <a:srgbClr val="FFFFFF"/>
          </a:solidFill>
          <a:ln w="15240">
            <a:solidFill>
              <a:srgbClr val="8A99A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15" name="Image 2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0625" y="5414277"/>
            <a:ext cx="113386" cy="113386"/>
          </a:xfrm>
          <a:prstGeom prst="rect">
            <a:avLst/>
          </a:prstGeom>
        </p:spPr>
      </p:pic>
      <p:sp>
        <p:nvSpPr>
          <p:cNvPr id="316" name="Shape 288"/>
          <p:cNvSpPr/>
          <p:nvPr/>
        </p:nvSpPr>
        <p:spPr>
          <a:xfrm>
            <a:off x="6061329" y="5470970"/>
            <a:ext cx="3766185" cy="0"/>
          </a:xfrm>
          <a:prstGeom prst="line">
            <a:avLst/>
          </a:prstGeom>
          <a:noFill/>
          <a:ln w="12700">
            <a:solidFill>
              <a:srgbClr val="9AA7B0"/>
            </a:solidFill>
            <a:prstDash val="sysDot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17" name="Shape 289"/>
          <p:cNvSpPr/>
          <p:nvPr/>
        </p:nvSpPr>
        <p:spPr>
          <a:xfrm>
            <a:off x="10301288" y="5470970"/>
            <a:ext cx="86011" cy="0"/>
          </a:xfrm>
          <a:prstGeom prst="line">
            <a:avLst/>
          </a:prstGeom>
          <a:noFill/>
          <a:ln w="12700">
            <a:solidFill>
              <a:srgbClr val="9AA7B0"/>
            </a:solidFill>
            <a:prstDash val="sysDot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18" name="Shape 290"/>
          <p:cNvSpPr/>
          <p:nvPr/>
        </p:nvSpPr>
        <p:spPr>
          <a:xfrm>
            <a:off x="274320" y="5642991"/>
            <a:ext cx="11814048" cy="0"/>
          </a:xfrm>
          <a:prstGeom prst="line">
            <a:avLst/>
          </a:prstGeom>
          <a:noFill/>
          <a:ln w="5080">
            <a:solidFill>
              <a:srgbClr val="DCE2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9" name="Shape 291"/>
          <p:cNvSpPr/>
          <p:nvPr/>
        </p:nvSpPr>
        <p:spPr>
          <a:xfrm>
            <a:off x="310896" y="5723573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6B8597"/>
          </a:solidFill>
          <a:ln w="12700">
            <a:solidFill>
              <a:srgbClr val="6B859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0" name="Text 292"/>
          <p:cNvSpPr/>
          <p:nvPr/>
        </p:nvSpPr>
        <p:spPr>
          <a:xfrm>
            <a:off x="310896" y="5723573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sp>
        <p:nvSpPr>
          <p:cNvPr id="321" name="Text 293"/>
          <p:cNvSpPr/>
          <p:nvPr/>
        </p:nvSpPr>
        <p:spPr>
          <a:xfrm>
            <a:off x="621792" y="5642991"/>
            <a:ext cx="1188720" cy="34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2E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HELIOS - Part 2</a:t>
            </a:r>
            <a:endParaRPr lang="en-US" sz="700" dirty="0"/>
          </a:p>
        </p:txBody>
      </p:sp>
      <p:sp>
        <p:nvSpPr>
          <p:cNvPr id="322" name="Shape 294"/>
          <p:cNvSpPr/>
          <p:nvPr/>
        </p:nvSpPr>
        <p:spPr>
          <a:xfrm>
            <a:off x="1847088" y="5737289"/>
            <a:ext cx="214884" cy="155448"/>
          </a:xfrm>
          <a:prstGeom prst="roundRect">
            <a:avLst>
              <a:gd name="adj" fmla="val 14706"/>
            </a:avLst>
          </a:prstGeom>
          <a:solidFill>
            <a:srgbClr val="5C9657"/>
          </a:solidFill>
          <a:ln w="6350">
            <a:solidFill>
              <a:srgbClr val="5C96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3" name="Text 295"/>
          <p:cNvSpPr/>
          <p:nvPr/>
        </p:nvSpPr>
        <p:spPr>
          <a:xfrm>
            <a:off x="1847088" y="5737289"/>
            <a:ext cx="2148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650" dirty="0"/>
          </a:p>
        </p:txBody>
      </p:sp>
      <p:sp>
        <p:nvSpPr>
          <p:cNvPr id="324" name="Text 296"/>
          <p:cNvSpPr/>
          <p:nvPr/>
        </p:nvSpPr>
        <p:spPr>
          <a:xfrm>
            <a:off x="2058314" y="5737289"/>
            <a:ext cx="594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600" dirty="0"/>
          </a:p>
        </p:txBody>
      </p:sp>
      <p:sp>
        <p:nvSpPr>
          <p:cNvPr id="325" name="Shape 297"/>
          <p:cNvSpPr/>
          <p:nvPr/>
        </p:nvSpPr>
        <p:spPr>
          <a:xfrm>
            <a:off x="2084832" y="5737289"/>
            <a:ext cx="214884" cy="155448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8A99A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6" name="Text 298"/>
          <p:cNvSpPr/>
          <p:nvPr/>
        </p:nvSpPr>
        <p:spPr>
          <a:xfrm>
            <a:off x="2084832" y="5737289"/>
            <a:ext cx="2148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5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650" dirty="0"/>
          </a:p>
        </p:txBody>
      </p:sp>
      <p:sp>
        <p:nvSpPr>
          <p:cNvPr id="327" name="Text 299"/>
          <p:cNvSpPr/>
          <p:nvPr/>
        </p:nvSpPr>
        <p:spPr>
          <a:xfrm>
            <a:off x="2296058" y="5737289"/>
            <a:ext cx="594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600" dirty="0"/>
          </a:p>
        </p:txBody>
      </p:sp>
      <p:sp>
        <p:nvSpPr>
          <p:cNvPr id="328" name="Shape 300"/>
          <p:cNvSpPr/>
          <p:nvPr/>
        </p:nvSpPr>
        <p:spPr>
          <a:xfrm>
            <a:off x="2322576" y="5737289"/>
            <a:ext cx="214884" cy="155448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8A99A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9" name="Text 301"/>
          <p:cNvSpPr/>
          <p:nvPr/>
        </p:nvSpPr>
        <p:spPr>
          <a:xfrm>
            <a:off x="2322576" y="5737289"/>
            <a:ext cx="2148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5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650" dirty="0"/>
          </a:p>
        </p:txBody>
      </p:sp>
      <p:sp>
        <p:nvSpPr>
          <p:cNvPr id="330" name="Shape 302"/>
          <p:cNvSpPr/>
          <p:nvPr/>
        </p:nvSpPr>
        <p:spPr>
          <a:xfrm>
            <a:off x="5095494" y="5719001"/>
            <a:ext cx="947547" cy="192024"/>
          </a:xfrm>
          <a:prstGeom prst="roundRect">
            <a:avLst>
              <a:gd name="adj" fmla="val 40476"/>
            </a:avLst>
          </a:prstGeom>
          <a:solidFill>
            <a:srgbClr val="5C9657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1" name="Shape 303"/>
          <p:cNvSpPr/>
          <p:nvPr/>
        </p:nvSpPr>
        <p:spPr>
          <a:xfrm>
            <a:off x="5143500" y="5739575"/>
            <a:ext cx="150876" cy="150876"/>
          </a:xfrm>
          <a:prstGeom prst="ellipse">
            <a:avLst/>
          </a:prstGeom>
          <a:solidFill>
            <a:srgbClr val="FFFFFF"/>
          </a:solidFill>
          <a:ln w="7620">
            <a:solidFill>
              <a:srgbClr val="5C96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32" name="Image 2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3218" y="5769293"/>
            <a:ext cx="91440" cy="91440"/>
          </a:xfrm>
          <a:prstGeom prst="rect">
            <a:avLst/>
          </a:prstGeom>
        </p:spPr>
      </p:pic>
      <p:sp>
        <p:nvSpPr>
          <p:cNvPr id="333" name="Text 304"/>
          <p:cNvSpPr/>
          <p:nvPr/>
        </p:nvSpPr>
        <p:spPr>
          <a:xfrm>
            <a:off x="5333238" y="5719001"/>
            <a:ext cx="673227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650" dirty="0"/>
          </a:p>
        </p:txBody>
      </p:sp>
      <p:sp>
        <p:nvSpPr>
          <p:cNvPr id="334" name="Shape 305"/>
          <p:cNvSpPr/>
          <p:nvPr/>
        </p:nvSpPr>
        <p:spPr>
          <a:xfrm>
            <a:off x="11049381" y="5719001"/>
            <a:ext cx="418910" cy="192024"/>
          </a:xfrm>
          <a:prstGeom prst="roundRect">
            <a:avLst>
              <a:gd name="adj" fmla="val 40476"/>
            </a:avLst>
          </a:prstGeom>
          <a:solidFill>
            <a:srgbClr val="FFFFFF"/>
          </a:solidFill>
          <a:ln w="13970">
            <a:solidFill>
              <a:srgbClr val="8A99A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5" name="Shape 306"/>
          <p:cNvSpPr/>
          <p:nvPr/>
        </p:nvSpPr>
        <p:spPr>
          <a:xfrm>
            <a:off x="11097387" y="5739575"/>
            <a:ext cx="150876" cy="150876"/>
          </a:xfrm>
          <a:prstGeom prst="ellipse">
            <a:avLst/>
          </a:prstGeom>
          <a:solidFill>
            <a:srgbClr val="FFFFFF"/>
          </a:solidFill>
          <a:ln w="7620">
            <a:solidFill>
              <a:srgbClr val="8A99A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36" name="Image 2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7105" y="5769293"/>
            <a:ext cx="91440" cy="91440"/>
          </a:xfrm>
          <a:prstGeom prst="rect">
            <a:avLst/>
          </a:prstGeom>
        </p:spPr>
      </p:pic>
      <p:sp>
        <p:nvSpPr>
          <p:cNvPr id="337" name="Shape 307"/>
          <p:cNvSpPr/>
          <p:nvPr/>
        </p:nvSpPr>
        <p:spPr>
          <a:xfrm>
            <a:off x="11609165" y="5691569"/>
            <a:ext cx="246888" cy="246888"/>
          </a:xfrm>
          <a:prstGeom prst="diamond">
            <a:avLst/>
          </a:prstGeom>
          <a:solidFill>
            <a:srgbClr val="FFFFFF"/>
          </a:solidFill>
          <a:ln w="15240">
            <a:solidFill>
              <a:srgbClr val="8A99A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38" name="Image 2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75916" y="5758320"/>
            <a:ext cx="113386" cy="113386"/>
          </a:xfrm>
          <a:prstGeom prst="rect">
            <a:avLst/>
          </a:prstGeom>
        </p:spPr>
      </p:pic>
      <p:sp>
        <p:nvSpPr>
          <p:cNvPr id="339" name="Shape 308"/>
          <p:cNvSpPr/>
          <p:nvPr/>
        </p:nvSpPr>
        <p:spPr>
          <a:xfrm>
            <a:off x="6061329" y="5815013"/>
            <a:ext cx="4951476" cy="0"/>
          </a:xfrm>
          <a:prstGeom prst="line">
            <a:avLst/>
          </a:prstGeom>
          <a:noFill/>
          <a:ln w="12700">
            <a:solidFill>
              <a:srgbClr val="9AA7B0"/>
            </a:solidFill>
            <a:prstDash val="sysDot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40" name="Shape 309"/>
          <p:cNvSpPr/>
          <p:nvPr/>
        </p:nvSpPr>
        <p:spPr>
          <a:xfrm>
            <a:off x="11486579" y="5815013"/>
            <a:ext cx="86011" cy="0"/>
          </a:xfrm>
          <a:prstGeom prst="line">
            <a:avLst/>
          </a:prstGeom>
          <a:noFill/>
          <a:ln w="12700">
            <a:solidFill>
              <a:srgbClr val="9AA7B0"/>
            </a:solidFill>
            <a:prstDash val="sysDot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41" name="Shape 310"/>
          <p:cNvSpPr/>
          <p:nvPr/>
        </p:nvSpPr>
        <p:spPr>
          <a:xfrm>
            <a:off x="274320" y="5987034"/>
            <a:ext cx="11814048" cy="0"/>
          </a:xfrm>
          <a:prstGeom prst="line">
            <a:avLst/>
          </a:prstGeom>
          <a:noFill/>
          <a:ln w="5080">
            <a:solidFill>
              <a:srgbClr val="DCE2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2" name="Shape 311"/>
          <p:cNvSpPr/>
          <p:nvPr/>
        </p:nvSpPr>
        <p:spPr>
          <a:xfrm>
            <a:off x="310896" y="6067616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94A4AE"/>
          </a:solidFill>
          <a:ln w="12700">
            <a:solidFill>
              <a:srgbClr val="94A4A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3" name="Text 312"/>
          <p:cNvSpPr/>
          <p:nvPr/>
        </p:nvSpPr>
        <p:spPr>
          <a:xfrm>
            <a:off x="310896" y="6067616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sp>
        <p:nvSpPr>
          <p:cNvPr id="344" name="Text 313"/>
          <p:cNvSpPr/>
          <p:nvPr/>
        </p:nvSpPr>
        <p:spPr>
          <a:xfrm>
            <a:off x="621792" y="5987034"/>
            <a:ext cx="1188720" cy="34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2E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 (App demise · CxO)</a:t>
            </a:r>
            <a:endParaRPr lang="en-US" sz="700" dirty="0"/>
          </a:p>
        </p:txBody>
      </p:sp>
      <p:sp>
        <p:nvSpPr>
          <p:cNvPr id="345" name="Shape 314"/>
          <p:cNvSpPr/>
          <p:nvPr/>
        </p:nvSpPr>
        <p:spPr>
          <a:xfrm>
            <a:off x="1847088" y="6081332"/>
            <a:ext cx="214884" cy="155448"/>
          </a:xfrm>
          <a:prstGeom prst="roundRect">
            <a:avLst>
              <a:gd name="adj" fmla="val 14706"/>
            </a:avLst>
          </a:prstGeom>
          <a:solidFill>
            <a:srgbClr val="E4E8EB"/>
          </a:solidFill>
          <a:ln w="6350">
            <a:solidFill>
              <a:srgbClr val="E4E8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6" name="Text 315"/>
          <p:cNvSpPr/>
          <p:nvPr/>
        </p:nvSpPr>
        <p:spPr>
          <a:xfrm>
            <a:off x="1847088" y="6081332"/>
            <a:ext cx="2148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A6B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650" dirty="0"/>
          </a:p>
        </p:txBody>
      </p:sp>
      <p:sp>
        <p:nvSpPr>
          <p:cNvPr id="347" name="Text 316"/>
          <p:cNvSpPr/>
          <p:nvPr/>
        </p:nvSpPr>
        <p:spPr>
          <a:xfrm>
            <a:off x="2058314" y="6081332"/>
            <a:ext cx="594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600" dirty="0"/>
          </a:p>
        </p:txBody>
      </p:sp>
      <p:sp>
        <p:nvSpPr>
          <p:cNvPr id="348" name="Shape 317"/>
          <p:cNvSpPr/>
          <p:nvPr/>
        </p:nvSpPr>
        <p:spPr>
          <a:xfrm>
            <a:off x="2084832" y="6081332"/>
            <a:ext cx="214884" cy="155448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8A99A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9" name="Text 318"/>
          <p:cNvSpPr/>
          <p:nvPr/>
        </p:nvSpPr>
        <p:spPr>
          <a:xfrm>
            <a:off x="2084832" y="6081332"/>
            <a:ext cx="2148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5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650" dirty="0"/>
          </a:p>
        </p:txBody>
      </p:sp>
      <p:sp>
        <p:nvSpPr>
          <p:cNvPr id="350" name="Text 319"/>
          <p:cNvSpPr/>
          <p:nvPr/>
        </p:nvSpPr>
        <p:spPr>
          <a:xfrm>
            <a:off x="2296058" y="6081332"/>
            <a:ext cx="594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600" dirty="0"/>
          </a:p>
        </p:txBody>
      </p:sp>
      <p:sp>
        <p:nvSpPr>
          <p:cNvPr id="351" name="Shape 320"/>
          <p:cNvSpPr/>
          <p:nvPr/>
        </p:nvSpPr>
        <p:spPr>
          <a:xfrm>
            <a:off x="2322576" y="6081332"/>
            <a:ext cx="214884" cy="155448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8A99A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2" name="Text 321"/>
          <p:cNvSpPr/>
          <p:nvPr/>
        </p:nvSpPr>
        <p:spPr>
          <a:xfrm>
            <a:off x="2322576" y="6081332"/>
            <a:ext cx="2148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5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650" dirty="0"/>
          </a:p>
        </p:txBody>
      </p:sp>
      <p:sp>
        <p:nvSpPr>
          <p:cNvPr id="353" name="Shape 322"/>
          <p:cNvSpPr/>
          <p:nvPr/>
        </p:nvSpPr>
        <p:spPr>
          <a:xfrm>
            <a:off x="9836658" y="6063044"/>
            <a:ext cx="947547" cy="192024"/>
          </a:xfrm>
          <a:prstGeom prst="roundRect">
            <a:avLst>
              <a:gd name="adj" fmla="val 40476"/>
            </a:avLst>
          </a:prstGeom>
          <a:solidFill>
            <a:srgbClr val="FFFFFF"/>
          </a:solidFill>
          <a:ln w="13970">
            <a:solidFill>
              <a:srgbClr val="8A99A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4" name="Shape 323"/>
          <p:cNvSpPr/>
          <p:nvPr/>
        </p:nvSpPr>
        <p:spPr>
          <a:xfrm>
            <a:off x="9884664" y="6083618"/>
            <a:ext cx="150876" cy="150876"/>
          </a:xfrm>
          <a:prstGeom prst="ellipse">
            <a:avLst/>
          </a:prstGeom>
          <a:solidFill>
            <a:srgbClr val="FFFFFF"/>
          </a:solidFill>
          <a:ln w="7620">
            <a:solidFill>
              <a:srgbClr val="8A99A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55" name="Image 2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4382" y="6113336"/>
            <a:ext cx="91440" cy="91440"/>
          </a:xfrm>
          <a:prstGeom prst="rect">
            <a:avLst/>
          </a:prstGeom>
        </p:spPr>
      </p:pic>
      <p:sp>
        <p:nvSpPr>
          <p:cNvPr id="356" name="Text 324"/>
          <p:cNvSpPr/>
          <p:nvPr/>
        </p:nvSpPr>
        <p:spPr>
          <a:xfrm>
            <a:off x="10074402" y="6063044"/>
            <a:ext cx="673227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5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Design+Build</a:t>
            </a:r>
            <a:endParaRPr lang="en-US" sz="650" dirty="0"/>
          </a:p>
        </p:txBody>
      </p:sp>
      <p:sp>
        <p:nvSpPr>
          <p:cNvPr id="357" name="Shape 325"/>
          <p:cNvSpPr/>
          <p:nvPr/>
        </p:nvSpPr>
        <p:spPr>
          <a:xfrm>
            <a:off x="11372279" y="6035612"/>
            <a:ext cx="246888" cy="246888"/>
          </a:xfrm>
          <a:prstGeom prst="diamond">
            <a:avLst/>
          </a:prstGeom>
          <a:solidFill>
            <a:srgbClr val="FFFFFF"/>
          </a:solidFill>
          <a:ln w="15240">
            <a:solidFill>
              <a:srgbClr val="8A99A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58" name="Image 3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9030" y="6102363"/>
            <a:ext cx="113386" cy="113386"/>
          </a:xfrm>
          <a:prstGeom prst="rect">
            <a:avLst/>
          </a:prstGeom>
        </p:spPr>
      </p:pic>
      <p:sp>
        <p:nvSpPr>
          <p:cNvPr id="359" name="Shape 326"/>
          <p:cNvSpPr/>
          <p:nvPr/>
        </p:nvSpPr>
        <p:spPr>
          <a:xfrm>
            <a:off x="10802493" y="6159056"/>
            <a:ext cx="533210" cy="0"/>
          </a:xfrm>
          <a:prstGeom prst="line">
            <a:avLst/>
          </a:prstGeom>
          <a:noFill/>
          <a:ln w="12700">
            <a:solidFill>
              <a:srgbClr val="9AA7B0"/>
            </a:solidFill>
            <a:prstDash val="sysDot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60" name="Shape 327"/>
          <p:cNvSpPr/>
          <p:nvPr/>
        </p:nvSpPr>
        <p:spPr>
          <a:xfrm>
            <a:off x="274320" y="6331077"/>
            <a:ext cx="11814048" cy="0"/>
          </a:xfrm>
          <a:prstGeom prst="line">
            <a:avLst/>
          </a:prstGeom>
          <a:noFill/>
          <a:ln w="5080">
            <a:solidFill>
              <a:srgbClr val="DCE2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1" name="Shape 328"/>
          <p:cNvSpPr/>
          <p:nvPr/>
        </p:nvSpPr>
        <p:spPr>
          <a:xfrm>
            <a:off x="310896" y="6411659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94A4AE"/>
          </a:solidFill>
          <a:ln w="12700">
            <a:solidFill>
              <a:srgbClr val="94A4A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2" name="Text 329"/>
          <p:cNvSpPr/>
          <p:nvPr/>
        </p:nvSpPr>
        <p:spPr>
          <a:xfrm>
            <a:off x="310896" y="6411659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sp>
        <p:nvSpPr>
          <p:cNvPr id="363" name="Text 330"/>
          <p:cNvSpPr/>
          <p:nvPr/>
        </p:nvSpPr>
        <p:spPr>
          <a:xfrm>
            <a:off x="621792" y="6331077"/>
            <a:ext cx="1188720" cy="34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2E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GCIO 360</a:t>
            </a:r>
            <a:endParaRPr lang="en-US" sz="700" dirty="0"/>
          </a:p>
        </p:txBody>
      </p:sp>
      <p:sp>
        <p:nvSpPr>
          <p:cNvPr id="364" name="Shape 331"/>
          <p:cNvSpPr/>
          <p:nvPr/>
        </p:nvSpPr>
        <p:spPr>
          <a:xfrm>
            <a:off x="1847088" y="6425375"/>
            <a:ext cx="214884" cy="155448"/>
          </a:xfrm>
          <a:prstGeom prst="roundRect">
            <a:avLst>
              <a:gd name="adj" fmla="val 14706"/>
            </a:avLst>
          </a:prstGeom>
          <a:solidFill>
            <a:srgbClr val="E4E8EB"/>
          </a:solidFill>
          <a:ln w="6350">
            <a:solidFill>
              <a:srgbClr val="E4E8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5" name="Text 332"/>
          <p:cNvSpPr/>
          <p:nvPr/>
        </p:nvSpPr>
        <p:spPr>
          <a:xfrm>
            <a:off x="1847088" y="6425375"/>
            <a:ext cx="2148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A6B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650" dirty="0"/>
          </a:p>
        </p:txBody>
      </p:sp>
      <p:sp>
        <p:nvSpPr>
          <p:cNvPr id="366" name="Text 333"/>
          <p:cNvSpPr/>
          <p:nvPr/>
        </p:nvSpPr>
        <p:spPr>
          <a:xfrm>
            <a:off x="2058314" y="6425375"/>
            <a:ext cx="594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600" dirty="0"/>
          </a:p>
        </p:txBody>
      </p:sp>
      <p:sp>
        <p:nvSpPr>
          <p:cNvPr id="367" name="Shape 334"/>
          <p:cNvSpPr/>
          <p:nvPr/>
        </p:nvSpPr>
        <p:spPr>
          <a:xfrm>
            <a:off x="2084832" y="6425375"/>
            <a:ext cx="214884" cy="155448"/>
          </a:xfrm>
          <a:prstGeom prst="roundRect">
            <a:avLst>
              <a:gd name="adj" fmla="val 14706"/>
            </a:avLst>
          </a:prstGeom>
          <a:solidFill>
            <a:srgbClr val="E4E8EB"/>
          </a:solidFill>
          <a:ln w="6350">
            <a:solidFill>
              <a:srgbClr val="E4E8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8" name="Text 335"/>
          <p:cNvSpPr/>
          <p:nvPr/>
        </p:nvSpPr>
        <p:spPr>
          <a:xfrm>
            <a:off x="2084832" y="6425375"/>
            <a:ext cx="2148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A6B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650" dirty="0"/>
          </a:p>
        </p:txBody>
      </p:sp>
      <p:sp>
        <p:nvSpPr>
          <p:cNvPr id="369" name="Text 336"/>
          <p:cNvSpPr/>
          <p:nvPr/>
        </p:nvSpPr>
        <p:spPr>
          <a:xfrm>
            <a:off x="2296058" y="6425375"/>
            <a:ext cx="594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600" dirty="0"/>
          </a:p>
        </p:txBody>
      </p:sp>
      <p:sp>
        <p:nvSpPr>
          <p:cNvPr id="370" name="Shape 337"/>
          <p:cNvSpPr/>
          <p:nvPr/>
        </p:nvSpPr>
        <p:spPr>
          <a:xfrm>
            <a:off x="2322576" y="6425375"/>
            <a:ext cx="214884" cy="155448"/>
          </a:xfrm>
          <a:prstGeom prst="roundRect">
            <a:avLst>
              <a:gd name="adj" fmla="val 14706"/>
            </a:avLst>
          </a:prstGeom>
          <a:solidFill>
            <a:srgbClr val="E4E8EB"/>
          </a:solidFill>
          <a:ln w="6350">
            <a:solidFill>
              <a:srgbClr val="E4E8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1" name="Text 338"/>
          <p:cNvSpPr/>
          <p:nvPr/>
        </p:nvSpPr>
        <p:spPr>
          <a:xfrm>
            <a:off x="2322576" y="6425375"/>
            <a:ext cx="2148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A6B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650" dirty="0"/>
          </a:p>
        </p:txBody>
      </p:sp>
      <p:sp>
        <p:nvSpPr>
          <p:cNvPr id="372" name="Text 339"/>
          <p:cNvSpPr/>
          <p:nvPr/>
        </p:nvSpPr>
        <p:spPr>
          <a:xfrm>
            <a:off x="2697480" y="6420803"/>
            <a:ext cx="23705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i="1" dirty="0">
                <a:solidFill>
                  <a:srgbClr val="8A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prioritisation</a:t>
            </a:r>
            <a:endParaRPr lang="en-US" sz="550" dirty="0"/>
          </a:p>
        </p:txBody>
      </p:sp>
      <p:sp>
        <p:nvSpPr>
          <p:cNvPr id="373" name="Shape 340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3B4A59"/>
          </a:solidFill>
          <a:ln w="12700">
            <a:solidFill>
              <a:srgbClr val="3B4A5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4" name="Text 341"/>
          <p:cNvSpPr/>
          <p:nvPr/>
        </p:nvSpPr>
        <p:spPr>
          <a:xfrm>
            <a:off x="137160" y="6702552"/>
            <a:ext cx="1188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3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Phase:  🔍 bar = Analysis   ·   🛠 bar = Design+Build   ·   ◆ diamond = Production go-live milestone      Colour = status: Blue Complete · Green In Progress · White Planned      dotted arrow = waiting / dependency gap      dashed red = today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1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34506E"/>
          </a:solidFill>
          <a:ln w="12700">
            <a:solidFill>
              <a:srgbClr val="3450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12801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Backlog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51206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3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Lower-priority items · Priorities 13–18 · awaiting scheduling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692640" y="201168"/>
            <a:ext cx="2011680" cy="384048"/>
          </a:xfrm>
          <a:prstGeom prst="roundRect">
            <a:avLst>
              <a:gd name="adj" fmla="val 14286"/>
            </a:avLst>
          </a:prstGeom>
          <a:solidFill>
            <a:srgbClr val="94A4AE"/>
          </a:solidFill>
          <a:ln w="12700">
            <a:solidFill>
              <a:srgbClr val="94A4A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9692640" y="20116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items · scope only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DATA SOURCE  (Col A)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51960" y="1051560"/>
            <a:ext cx="7543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 (Col D)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3566160" cy="728472"/>
          </a:xfrm>
          <a:prstGeom prst="roundRect">
            <a:avLst>
              <a:gd name="adj" fmla="val 6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4160520" y="1463040"/>
            <a:ext cx="7543800" cy="728472"/>
          </a:xfrm>
          <a:prstGeom prst="roundRect">
            <a:avLst>
              <a:gd name="adj" fmla="val 6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594360" y="1680972"/>
            <a:ext cx="310896" cy="310896"/>
          </a:xfrm>
          <a:prstGeom prst="ellipse">
            <a:avLst/>
          </a:prstGeom>
          <a:solidFill>
            <a:srgbClr val="94A4AE"/>
          </a:solidFill>
          <a:ln w="6350">
            <a:solidFill>
              <a:srgbClr val="94A4A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94360" y="1735836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24128" y="1463040"/>
            <a:ext cx="2907792" cy="728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ITSA Tool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25112" y="1463040"/>
            <a:ext cx="7251192" cy="728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ITSA pulling compliance data from BCM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301240"/>
            <a:ext cx="3566160" cy="728472"/>
          </a:xfrm>
          <a:prstGeom prst="roundRect">
            <a:avLst>
              <a:gd name="adj" fmla="val 6276"/>
            </a:avLst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  <a:effectLst>
            <a:outerShdw blurRad="508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4160520" y="2301240"/>
            <a:ext cx="7543800" cy="728472"/>
          </a:xfrm>
          <a:prstGeom prst="roundRect">
            <a:avLst>
              <a:gd name="adj" fmla="val 6276"/>
            </a:avLst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  <a:effectLst>
            <a:outerShdw blurRad="508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594360" y="2519172"/>
            <a:ext cx="310896" cy="310896"/>
          </a:xfrm>
          <a:prstGeom prst="ellipse">
            <a:avLst/>
          </a:prstGeom>
          <a:solidFill>
            <a:srgbClr val="94A4AE"/>
          </a:solidFill>
          <a:ln w="6350">
            <a:solidFill>
              <a:srgbClr val="94A4A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594360" y="2574036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24128" y="2301240"/>
            <a:ext cx="2907792" cy="728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 (mainframes)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25112" y="2301240"/>
            <a:ext cx="7251192" cy="728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forecast (under review)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139440"/>
            <a:ext cx="3566160" cy="728472"/>
          </a:xfrm>
          <a:prstGeom prst="roundRect">
            <a:avLst>
              <a:gd name="adj" fmla="val 6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4160520" y="3139440"/>
            <a:ext cx="7543800" cy="728472"/>
          </a:xfrm>
          <a:prstGeom prst="roundRect">
            <a:avLst>
              <a:gd name="adj" fmla="val 6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594360" y="3357372"/>
            <a:ext cx="310896" cy="310896"/>
          </a:xfrm>
          <a:prstGeom prst="ellipse">
            <a:avLst/>
          </a:prstGeom>
          <a:solidFill>
            <a:srgbClr val="94A4AE"/>
          </a:solidFill>
          <a:ln w="6350">
            <a:solidFill>
              <a:srgbClr val="94A4A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594360" y="3412236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24128" y="3139440"/>
            <a:ext cx="2907792" cy="728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 (current cap mgmt tool)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325112" y="3139440"/>
            <a:ext cx="7251192" cy="728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growth %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3977640"/>
            <a:ext cx="3566160" cy="728472"/>
          </a:xfrm>
          <a:prstGeom prst="roundRect">
            <a:avLst>
              <a:gd name="adj" fmla="val 6276"/>
            </a:avLst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  <a:effectLst>
            <a:outerShdw blurRad="508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4160520" y="3977640"/>
            <a:ext cx="7543800" cy="728472"/>
          </a:xfrm>
          <a:prstGeom prst="roundRect">
            <a:avLst>
              <a:gd name="adj" fmla="val 6276"/>
            </a:avLst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  <a:effectLst>
            <a:outerShdw blurRad="508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594360" y="4195572"/>
            <a:ext cx="310896" cy="310896"/>
          </a:xfrm>
          <a:prstGeom prst="ellipse">
            <a:avLst/>
          </a:prstGeom>
          <a:solidFill>
            <a:srgbClr val="94A4AE"/>
          </a:solidFill>
          <a:ln w="6350">
            <a:solidFill>
              <a:srgbClr val="94A4A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594360" y="4250436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24128" y="3977640"/>
            <a:ext cx="2907792" cy="728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Athene (bi-directional)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325112" y="3977640"/>
            <a:ext cx="7251192" cy="728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Service view in Athene based on TCIs captured in BCM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" y="4815840"/>
            <a:ext cx="3566160" cy="728472"/>
          </a:xfrm>
          <a:prstGeom prst="roundRect">
            <a:avLst>
              <a:gd name="adj" fmla="val 6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4160520" y="4815840"/>
            <a:ext cx="7543800" cy="728472"/>
          </a:xfrm>
          <a:prstGeom prst="roundRect">
            <a:avLst>
              <a:gd name="adj" fmla="val 6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594360" y="5033772"/>
            <a:ext cx="310896" cy="310896"/>
          </a:xfrm>
          <a:prstGeom prst="ellipse">
            <a:avLst/>
          </a:prstGeom>
          <a:solidFill>
            <a:srgbClr val="94A4AE"/>
          </a:solidFill>
          <a:ln w="6350">
            <a:solidFill>
              <a:srgbClr val="94A4A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594360" y="5088636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P17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24128" y="4815840"/>
            <a:ext cx="2907792" cy="728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 (API)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325112" y="4815840"/>
            <a:ext cx="7251192" cy="728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API-based ASR integration (scope to be defined)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57200" y="5654040"/>
            <a:ext cx="3566160" cy="728472"/>
          </a:xfrm>
          <a:prstGeom prst="roundRect">
            <a:avLst>
              <a:gd name="adj" fmla="val 6276"/>
            </a:avLst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  <a:effectLst>
            <a:outerShdw blurRad="508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4160520" y="5654040"/>
            <a:ext cx="7543800" cy="728472"/>
          </a:xfrm>
          <a:prstGeom prst="roundRect">
            <a:avLst>
              <a:gd name="adj" fmla="val 6276"/>
            </a:avLst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  <a:effectLst>
            <a:outerShdw blurRad="508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1" name="Shape 39"/>
          <p:cNvSpPr/>
          <p:nvPr/>
        </p:nvSpPr>
        <p:spPr>
          <a:xfrm>
            <a:off x="594360" y="5871972"/>
            <a:ext cx="310896" cy="310896"/>
          </a:xfrm>
          <a:prstGeom prst="ellipse">
            <a:avLst/>
          </a:prstGeom>
          <a:solidFill>
            <a:srgbClr val="94A4AE"/>
          </a:solidFill>
          <a:ln w="6350">
            <a:solidFill>
              <a:srgbClr val="94A4A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594360" y="5926836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P18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24128" y="5654040"/>
            <a:ext cx="2907792" cy="728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Now (Significant change detection &amp; Incidents · CxO)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325112" y="5654040"/>
            <a:ext cx="7251192" cy="728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BCM pulls Incident data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E8C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items are tracked but not yet scheduled into a sprint. Scope shown as captured in the source register (Columns A &amp; D).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429</Words>
  <Application>Microsoft Office PowerPoint</Application>
  <PresentationFormat>Widescreen</PresentationFormat>
  <Paragraphs>190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Mansoor Vali</cp:lastModifiedBy>
  <cp:revision>2</cp:revision>
  <dcterms:created xsi:type="dcterms:W3CDTF">2026-06-17T01:26:31Z</dcterms:created>
  <dcterms:modified xsi:type="dcterms:W3CDTF">2026-06-17T01:42:02Z</dcterms:modified>
</cp:coreProperties>
</file>